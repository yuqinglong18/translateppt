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2"/>
    <p:sldMasterId id="2147483676" r:id="rId3"/>
    <p:sldMasterId id="2147483689" r:id="rId4"/>
    <p:sldMasterId id="2147483702" r:id="rId5"/>
  </p:sldMasterIdLst>
  <p:notesMasterIdLst>
    <p:notesMasterId r:id="rId28"/>
  </p:notesMasterIdLst>
  <p:sldIdLst>
    <p:sldId id="258" r:id="rId6"/>
    <p:sldId id="259" r:id="rId7"/>
    <p:sldId id="257" r:id="rId8"/>
    <p:sldId id="335" r:id="rId9"/>
    <p:sldId id="352" r:id="rId10"/>
    <p:sldId id="368" r:id="rId11"/>
    <p:sldId id="369" r:id="rId12"/>
    <p:sldId id="274" r:id="rId13"/>
    <p:sldId id="354" r:id="rId14"/>
    <p:sldId id="355" r:id="rId15"/>
    <p:sldId id="356" r:id="rId16"/>
    <p:sldId id="370" r:id="rId17"/>
    <p:sldId id="358" r:id="rId18"/>
    <p:sldId id="371" r:id="rId19"/>
    <p:sldId id="359" r:id="rId20"/>
    <p:sldId id="357" r:id="rId21"/>
    <p:sldId id="360" r:id="rId22"/>
    <p:sldId id="361" r:id="rId23"/>
    <p:sldId id="362" r:id="rId24"/>
    <p:sldId id="365" r:id="rId25"/>
    <p:sldId id="363" r:id="rId26"/>
    <p:sldId id="364" r:id="rId27"/>
  </p:sldIdLst>
  <p:sldSz cx="12192000" cy="6858000"/>
  <p:notesSz cx="6858000" cy="9144000"/>
  <p:custDataLst>
    <p:tags r:id="rId2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87877" autoAdjust="0"/>
  </p:normalViewPr>
  <p:slideViewPr>
    <p:cSldViewPr snapToGrid="0">
      <p:cViewPr varScale="1">
        <p:scale>
          <a:sx n="111" d="100"/>
          <a:sy n="111" d="100"/>
        </p:scale>
        <p:origin x="121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notesMaster" Target="notesMasters/notesMaster1.xml"/><Relationship Id="rId29" Type="http://schemas.openxmlformats.org/officeDocument/2006/relationships/tags" Target="tags/tag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7F8CC7-286A-4FBB-946B-6F3BFBCED87D}" type="datetimeFigureOut">
              <a:rPr lang="zh-CN" altLang="en-US" smtClean="0"/>
              <a:t>2025/11/29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2234D2-BD49-4C90-999B-ABF038F1B5EC}"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3</a:t>
            </a:r>
            <a:r>
              <a:rPr lang="zh-CN" altLang="en-US" dirty="0"/>
              <a:t>分</a:t>
            </a:r>
            <a:r>
              <a:rPr lang="en-US" altLang="zh-CN" dirty="0"/>
              <a:t>40</a:t>
            </a:r>
            <a:r>
              <a:rPr lang="zh-CN" altLang="en-US" dirty="0"/>
              <a:t>秒的视频，关于</a:t>
            </a:r>
            <a:r>
              <a:rPr lang="en-US" altLang="zh-CN" dirty="0"/>
              <a:t>IBM Watson</a:t>
            </a:r>
            <a:r>
              <a:rPr lang="zh-CN" altLang="en-US" dirty="0"/>
              <a:t>战胜人类选手</a:t>
            </a:r>
          </a:p>
        </p:txBody>
      </p:sp>
      <p:sp>
        <p:nvSpPr>
          <p:cNvPr id="4" name="灯片编号占位符 3"/>
          <p:cNvSpPr>
            <a:spLocks noGrp="1"/>
          </p:cNvSpPr>
          <p:nvPr>
            <p:ph type="sldNum" sz="quarter" idx="5"/>
          </p:nvPr>
        </p:nvSpPr>
        <p:spPr/>
        <p:txBody>
          <a:bodyPr/>
          <a:lstStyle/>
          <a:p>
            <a:fld id="{A9C2EBA0-E458-40E8-802E-5C171B90668C}" type="slidenum">
              <a:rPr lang="zh-CN" altLang="en-US" smtClean="0"/>
              <a:t>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grpSp>
        <p:nvGrpSpPr>
          <p:cNvPr id="25" name="组合 24"/>
          <p:cNvGrpSpPr/>
          <p:nvPr/>
        </p:nvGrpSpPr>
        <p:grpSpPr>
          <a:xfrm>
            <a:off x="599225" y="1736370"/>
            <a:ext cx="10993549" cy="1903301"/>
            <a:chOff x="599225" y="1921565"/>
            <a:chExt cx="10993549" cy="1903301"/>
          </a:xfrm>
        </p:grpSpPr>
        <p:sp>
          <p:nvSpPr>
            <p:cNvPr id="22" name="矩形 21"/>
            <p:cNvSpPr/>
            <p:nvPr/>
          </p:nvSpPr>
          <p:spPr>
            <a:xfrm>
              <a:off x="599225" y="1921565"/>
              <a:ext cx="10993549" cy="19033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半闭框 17"/>
            <p:cNvSpPr/>
            <p:nvPr/>
          </p:nvSpPr>
          <p:spPr>
            <a:xfrm>
              <a:off x="599225" y="1921565"/>
              <a:ext cx="821803" cy="867934"/>
            </a:xfrm>
            <a:prstGeom prst="halfFrame">
              <a:avLst>
                <a:gd name="adj1" fmla="val 23474"/>
                <a:gd name="adj2" fmla="val 23475"/>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4" name="矩形 23"/>
            <p:cNvSpPr/>
            <p:nvPr/>
          </p:nvSpPr>
          <p:spPr>
            <a:xfrm>
              <a:off x="10161778" y="3614195"/>
              <a:ext cx="1430996" cy="2106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3" name="Subtitle 2"/>
          <p:cNvSpPr>
            <a:spLocks noGrp="1"/>
          </p:cNvSpPr>
          <p:nvPr>
            <p:ph type="subTitle" idx="1"/>
          </p:nvPr>
        </p:nvSpPr>
        <p:spPr>
          <a:xfrm>
            <a:off x="963169" y="3819054"/>
            <a:ext cx="10265664" cy="1340999"/>
          </a:xfrm>
          <a:prstGeom prst="rect">
            <a:avLst/>
          </a:prstGeom>
        </p:spPr>
        <p:txBody>
          <a:bodyPr anchor="t">
            <a:normAutofit/>
          </a:bodyPr>
          <a:lstStyle>
            <a:lvl1pPr marL="0" indent="0" algn="l">
              <a:buNone/>
              <a:defRPr sz="2000" cap="none" baseline="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日期占位符 3"/>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9895559-B5C9-44B2-B309-9E110ED03028}" type="slidenum">
              <a:rPr lang="zh-CN" altLang="en-US" smtClean="0"/>
              <a:t>‹#›</a:t>
            </a:fld>
            <a:endParaRPr lang="zh-CN" altLang="en-US"/>
          </a:p>
        </p:txBody>
      </p:sp>
      <p:pic>
        <p:nvPicPr>
          <p:cNvPr id="15" name="图片 14"/>
          <p:cNvPicPr>
            <a:picLocks noChangeAspect="1"/>
          </p:cNvPicPr>
          <p:nvPr/>
        </p:nvPicPr>
        <p:blipFill>
          <a:blip r:embed="rId2"/>
          <a:stretch>
            <a:fillRect/>
          </a:stretch>
        </p:blipFill>
        <p:spPr>
          <a:xfrm>
            <a:off x="9073617" y="399620"/>
            <a:ext cx="2519157" cy="991863"/>
          </a:xfrm>
          <a:prstGeom prst="rect">
            <a:avLst/>
          </a:prstGeom>
        </p:spPr>
      </p:pic>
      <p:sp>
        <p:nvSpPr>
          <p:cNvPr id="9" name="标题 8"/>
          <p:cNvSpPr>
            <a:spLocks noGrp="1"/>
          </p:cNvSpPr>
          <p:nvPr>
            <p:ph type="title"/>
          </p:nvPr>
        </p:nvSpPr>
        <p:spPr>
          <a:xfrm>
            <a:off x="963167" y="2023572"/>
            <a:ext cx="10265664" cy="1325563"/>
          </a:xfrm>
        </p:spPr>
        <p:txBody>
          <a:bodyPr anchor="b">
            <a:normAutofit/>
          </a:bodyPr>
          <a:lstStyle>
            <a:lvl1pPr>
              <a:defRPr lang="zh-CN" altLang="en-US" sz="3600" b="0" kern="1200" cap="none" baseline="0" dirty="0">
                <a:solidFill>
                  <a:srgbClr val="660874"/>
                </a:solidFill>
                <a:latin typeface="+mj-lt"/>
                <a:ea typeface="+mj-ea"/>
                <a:cs typeface="+mj-cs"/>
              </a:defRPr>
            </a:lvl1pPr>
          </a:lstStyle>
          <a:p>
            <a:r>
              <a:rPr kumimoji="1" lang="zh-CN" altLang="en-US"/>
              <a:t>单击此处编辑母版标题样式</a:t>
            </a:r>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9895559-B5C9-44B2-B309-9E110ED03028}" type="slidenum">
              <a:rPr lang="zh-CN" altLang="en-US" smtClean="0"/>
              <a:t>‹#›</a:t>
            </a:fld>
            <a:endParaRPr lang="zh-CN" altLang="en-US"/>
          </a:p>
        </p:txBody>
      </p:sp>
      <p:sp>
        <p:nvSpPr>
          <p:cNvPr id="16" name="文本占位符 11"/>
          <p:cNvSpPr>
            <a:spLocks noGrp="1"/>
          </p:cNvSpPr>
          <p:nvPr>
            <p:ph type="body" idx="1"/>
          </p:nvPr>
        </p:nvSpPr>
        <p:spPr>
          <a:xfrm>
            <a:off x="838200" y="1825625"/>
            <a:ext cx="10515600" cy="3682546"/>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endParaRPr kumimoji="1" lang="zh-CN" altLang="en-US" dirty="0"/>
          </a:p>
        </p:txBody>
      </p:sp>
      <p:sp>
        <p:nvSpPr>
          <p:cNvPr id="9" name="标题 8"/>
          <p:cNvSpPr>
            <a:spLocks noGrp="1"/>
          </p:cNvSpPr>
          <p:nvPr>
            <p:ph type="title"/>
          </p:nvPr>
        </p:nvSpPr>
        <p:spPr/>
        <p:txBody>
          <a:bodyPr/>
          <a:lstStyle/>
          <a:p>
            <a:r>
              <a:rPr kumimoji="1" lang="zh-CN" altLang="en-US"/>
              <a:t>单击此处编辑母版标题样式</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目录">
    <p:spTree>
      <p:nvGrpSpPr>
        <p:cNvPr id="1" name=""/>
        <p:cNvGrpSpPr/>
        <p:nvPr/>
      </p:nvGrpSpPr>
      <p:grpSpPr>
        <a:xfrm>
          <a:off x="0" y="0"/>
          <a:ext cx="0" cy="0"/>
          <a:chOff x="0" y="0"/>
          <a:chExt cx="0" cy="0"/>
        </a:xfrm>
      </p:grpSpPr>
      <p:sp>
        <p:nvSpPr>
          <p:cNvPr id="11" name="Content Placeholder 2"/>
          <p:cNvSpPr>
            <a:spLocks noGrp="1"/>
          </p:cNvSpPr>
          <p:nvPr>
            <p:ph idx="1"/>
          </p:nvPr>
        </p:nvSpPr>
        <p:spPr>
          <a:xfrm>
            <a:off x="1431883" y="2118167"/>
            <a:ext cx="10178926" cy="3602477"/>
          </a:xfrm>
          <a:prstGeom prst="rect">
            <a:avLst/>
          </a:prstGeom>
        </p:spPr>
        <p:txBody>
          <a:bodyPr anchor="ctr">
            <a:normAutofit/>
          </a:bodyPr>
          <a:lstStyle>
            <a:lvl1pPr algn="l">
              <a:defRPr sz="3200"/>
            </a:lvl1pPr>
            <a:lvl2pPr algn="l">
              <a:defRPr sz="2800"/>
            </a:lvl2pPr>
            <a:lvl3pPr algn="l">
              <a:defRPr sz="2400"/>
            </a:lvl3pPr>
            <a:lvl4pPr algn="l">
              <a:defRPr sz="2000"/>
            </a:lvl4pPr>
            <a:lvl5pPr algn="l">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3" name="Date Placeholder 3"/>
          <p:cNvSpPr>
            <a:spLocks noGrp="1"/>
          </p:cNvSpPr>
          <p:nvPr>
            <p:ph type="dt" sz="half" idx="10"/>
          </p:nvPr>
        </p:nvSpPr>
        <p:spPr>
          <a:xfrm>
            <a:off x="7605951" y="5597317"/>
            <a:ext cx="2844799" cy="365125"/>
          </a:xfrm>
        </p:spPr>
        <p:txBody>
          <a:bodyPr/>
          <a:lstStyle/>
          <a:p>
            <a:fld id="{37B3879E-DE3F-46AE-9601-CEC617E45663}" type="datetimeFigureOut">
              <a:rPr lang="zh-CN" altLang="en-US" smtClean="0"/>
              <a:t>2025/11/29</a:t>
            </a:fld>
            <a:endParaRPr lang="zh-CN" altLang="en-US"/>
          </a:p>
        </p:txBody>
      </p:sp>
      <p:sp>
        <p:nvSpPr>
          <p:cNvPr id="16" name="Footer Placeholder 4"/>
          <p:cNvSpPr>
            <a:spLocks noGrp="1"/>
          </p:cNvSpPr>
          <p:nvPr>
            <p:ph type="ftr" sz="quarter" idx="11"/>
          </p:nvPr>
        </p:nvSpPr>
        <p:spPr>
          <a:xfrm>
            <a:off x="1431882" y="5592991"/>
            <a:ext cx="6066519" cy="365125"/>
          </a:xfrm>
        </p:spPr>
        <p:txBody>
          <a:bodyPr/>
          <a:lstStyle/>
          <a:p>
            <a:endParaRPr lang="zh-CN" altLang="en-US"/>
          </a:p>
        </p:txBody>
      </p:sp>
      <p:sp>
        <p:nvSpPr>
          <p:cNvPr id="17" name="Slide Number Placeholder 5"/>
          <p:cNvSpPr>
            <a:spLocks noGrp="1"/>
          </p:cNvSpPr>
          <p:nvPr>
            <p:ph type="sldNum" sz="quarter" idx="12"/>
          </p:nvPr>
        </p:nvSpPr>
        <p:spPr>
          <a:xfrm>
            <a:off x="10558300" y="5597317"/>
            <a:ext cx="1052508" cy="365125"/>
          </a:xfrm>
        </p:spPr>
        <p:txBody>
          <a:bodyPr/>
          <a:lstStyle/>
          <a:p>
            <a:fld id="{A9895559-B5C9-44B2-B309-9E110ED03028}" type="slidenum">
              <a:rPr lang="zh-CN" altLang="en-US" smtClean="0"/>
              <a:t>‹#›</a:t>
            </a:fld>
            <a:endParaRPr lang="zh-CN" altLang="en-US"/>
          </a:p>
        </p:txBody>
      </p:sp>
      <p:sp>
        <p:nvSpPr>
          <p:cNvPr id="18" name="Title 1"/>
          <p:cNvSpPr>
            <a:spLocks noGrp="1"/>
          </p:cNvSpPr>
          <p:nvPr>
            <p:ph type="title"/>
          </p:nvPr>
        </p:nvSpPr>
        <p:spPr>
          <a:xfrm>
            <a:off x="1431882" y="490438"/>
            <a:ext cx="10178925" cy="1351451"/>
          </a:xfrm>
          <a:prstGeom prst="rect">
            <a:avLst/>
          </a:prstGeom>
        </p:spPr>
        <p:txBody>
          <a:bodyPr anchor="ctr">
            <a:normAutofit/>
          </a:bodyPr>
          <a:lstStyle>
            <a:lvl1pPr algn="l">
              <a:defRPr sz="3600"/>
            </a:lvl1pPr>
          </a:lstStyle>
          <a:p>
            <a:r>
              <a:rPr lang="zh-CN" altLang="en-US"/>
              <a:t>单击此处编辑母版标题样式</a:t>
            </a:r>
            <a:endParaRPr lang="en-US" dirty="0"/>
          </a:p>
        </p:txBody>
      </p:sp>
      <p:sp>
        <p:nvSpPr>
          <p:cNvPr id="21" name="Rectangle 8"/>
          <p:cNvSpPr/>
          <p:nvPr/>
        </p:nvSpPr>
        <p:spPr>
          <a:xfrm rot="5400000">
            <a:off x="-2692137" y="3263038"/>
            <a:ext cx="6858000" cy="33192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节标题">
    <p:spTree>
      <p:nvGrpSpPr>
        <p:cNvPr id="1" name=""/>
        <p:cNvGrpSpPr/>
        <p:nvPr/>
      </p:nvGrpSpPr>
      <p:grpSpPr>
        <a:xfrm>
          <a:off x="0" y="0"/>
          <a:ext cx="0" cy="0"/>
          <a:chOff x="0" y="0"/>
          <a:chExt cx="0" cy="0"/>
        </a:xfrm>
      </p:grpSpPr>
      <p:grpSp>
        <p:nvGrpSpPr>
          <p:cNvPr id="9" name="组合 8"/>
          <p:cNvGrpSpPr/>
          <p:nvPr/>
        </p:nvGrpSpPr>
        <p:grpSpPr>
          <a:xfrm>
            <a:off x="599225" y="1736370"/>
            <a:ext cx="10993549" cy="1903301"/>
            <a:chOff x="599225" y="1921565"/>
            <a:chExt cx="10993549" cy="1903301"/>
          </a:xfrm>
        </p:grpSpPr>
        <p:sp>
          <p:nvSpPr>
            <p:cNvPr id="10" name="矩形 9"/>
            <p:cNvSpPr/>
            <p:nvPr/>
          </p:nvSpPr>
          <p:spPr>
            <a:xfrm>
              <a:off x="599225" y="1921565"/>
              <a:ext cx="10993549" cy="19033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p:cNvSpPr/>
            <p:nvPr/>
          </p:nvSpPr>
          <p:spPr>
            <a:xfrm>
              <a:off x="599227" y="1921566"/>
              <a:ext cx="192900" cy="1903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25" name="Subtitle 2"/>
          <p:cNvSpPr>
            <a:spLocks noGrp="1"/>
          </p:cNvSpPr>
          <p:nvPr>
            <p:ph type="subTitle" idx="1"/>
          </p:nvPr>
        </p:nvSpPr>
        <p:spPr>
          <a:xfrm>
            <a:off x="963169" y="3830629"/>
            <a:ext cx="10265664" cy="1340999"/>
          </a:xfrm>
          <a:prstGeom prst="rect">
            <a:avLst/>
          </a:prstGeom>
        </p:spPr>
        <p:txBody>
          <a:bodyPr anchor="t">
            <a:normAutofit/>
          </a:bodyPr>
          <a:lstStyle>
            <a:lvl1pPr marL="0" indent="0" algn="l">
              <a:buNone/>
              <a:defRPr sz="2000" cap="none" baseline="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27" name="日期占位符 10"/>
          <p:cNvSpPr>
            <a:spLocks noGrp="1"/>
          </p:cNvSpPr>
          <p:nvPr>
            <p:ph type="dt" sz="half" idx="10"/>
          </p:nvPr>
        </p:nvSpPr>
        <p:spPr>
          <a:xfrm>
            <a:off x="7523545" y="5597323"/>
            <a:ext cx="2523280" cy="365125"/>
          </a:xfrm>
        </p:spPr>
        <p:txBody>
          <a:bodyPr/>
          <a:lstStyle/>
          <a:p>
            <a:fld id="{37B3879E-DE3F-46AE-9601-CEC617E45663}" type="datetimeFigureOut">
              <a:rPr lang="zh-CN" altLang="en-US" smtClean="0"/>
              <a:t>2025/11/29</a:t>
            </a:fld>
            <a:endParaRPr lang="zh-CN" altLang="en-US"/>
          </a:p>
        </p:txBody>
      </p:sp>
      <p:sp>
        <p:nvSpPr>
          <p:cNvPr id="28" name="页脚占位符 11"/>
          <p:cNvSpPr>
            <a:spLocks noGrp="1"/>
          </p:cNvSpPr>
          <p:nvPr>
            <p:ph type="ftr" sz="quarter" idx="11"/>
          </p:nvPr>
        </p:nvSpPr>
        <p:spPr>
          <a:xfrm>
            <a:off x="833377" y="5592997"/>
            <a:ext cx="6585500" cy="365125"/>
          </a:xfrm>
        </p:spPr>
        <p:txBody>
          <a:bodyPr/>
          <a:lstStyle/>
          <a:p>
            <a:endParaRPr lang="zh-CN" altLang="en-US"/>
          </a:p>
        </p:txBody>
      </p:sp>
      <p:sp>
        <p:nvSpPr>
          <p:cNvPr id="29" name="灯片编号占位符 12"/>
          <p:cNvSpPr>
            <a:spLocks noGrp="1"/>
          </p:cNvSpPr>
          <p:nvPr>
            <p:ph type="sldNum" sz="quarter" idx="12"/>
          </p:nvPr>
        </p:nvSpPr>
        <p:spPr>
          <a:xfrm>
            <a:off x="10151493" y="5597323"/>
            <a:ext cx="1203271" cy="365125"/>
          </a:xfrm>
        </p:spPr>
        <p:txBody>
          <a:bodyPr/>
          <a:lstStyle/>
          <a:p>
            <a:fld id="{A9895559-B5C9-44B2-B309-9E110ED03028}" type="slidenum">
              <a:rPr lang="zh-CN" altLang="en-US" smtClean="0"/>
              <a:t>‹#›</a:t>
            </a:fld>
            <a:endParaRPr lang="zh-CN" altLang="en-US"/>
          </a:p>
        </p:txBody>
      </p:sp>
      <p:sp>
        <p:nvSpPr>
          <p:cNvPr id="3" name="标题 2"/>
          <p:cNvSpPr>
            <a:spLocks noGrp="1"/>
          </p:cNvSpPr>
          <p:nvPr>
            <p:ph type="title"/>
          </p:nvPr>
        </p:nvSpPr>
        <p:spPr>
          <a:xfrm>
            <a:off x="963169" y="1909598"/>
            <a:ext cx="10265664" cy="1556843"/>
          </a:xfrm>
        </p:spPr>
        <p:txBody>
          <a:bodyPr>
            <a:normAutofit/>
          </a:bodyPr>
          <a:lstStyle>
            <a:lvl1pPr>
              <a:defRPr sz="3600"/>
            </a:lvl1pPr>
          </a:lstStyle>
          <a:p>
            <a:r>
              <a:rPr kumimoji="1" lang="zh-CN" altLang="en-US"/>
              <a:t>单击此处编辑母版标题样式</a:t>
            </a:r>
            <a:endParaRPr kumimoji="1"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81194" y="2228005"/>
            <a:ext cx="5422391" cy="3242630"/>
          </a:xfrm>
          <a:prstGeom prst="rect">
            <a:avLst/>
          </a:prstGeo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88417" y="2228005"/>
            <a:ext cx="5422392" cy="3242630"/>
          </a:xfrm>
          <a:prstGeom prst="rect">
            <a:avLst/>
          </a:prstGeo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9895559-B5C9-44B2-B309-9E110ED03028}" type="slidenum">
              <a:rPr lang="zh-CN" altLang="en-US" smtClean="0"/>
              <a:t>‹#›</a:t>
            </a:fld>
            <a:endParaRPr lang="zh-CN" altLang="en-US"/>
          </a:p>
        </p:txBody>
      </p:sp>
      <p:sp>
        <p:nvSpPr>
          <p:cNvPr id="8" name="标题 7"/>
          <p:cNvSpPr>
            <a:spLocks noGrp="1"/>
          </p:cNvSpPr>
          <p:nvPr>
            <p:ph type="title"/>
          </p:nvPr>
        </p:nvSpPr>
        <p:spPr/>
        <p:txBody>
          <a:bodyPr/>
          <a:lstStyle/>
          <a:p>
            <a:r>
              <a:rPr kumimoji="1" lang="zh-CN" altLang="en-US"/>
              <a:t>单击此处编辑母版标题样式</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87220" y="1840986"/>
            <a:ext cx="5087075" cy="536005"/>
          </a:xfrm>
          <a:prstGeom prst="rect">
            <a:avLst/>
          </a:prstGeo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581195" y="2516146"/>
            <a:ext cx="5393100" cy="2934999"/>
          </a:xfrm>
          <a:prstGeom prst="rect">
            <a:avLst/>
          </a:prstGeo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523737" y="1840986"/>
            <a:ext cx="5087073" cy="553373"/>
          </a:xfrm>
          <a:prstGeom prst="rect">
            <a:avLst/>
          </a:prstGeo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217710" y="2516146"/>
            <a:ext cx="5393100" cy="2934999"/>
          </a:xfrm>
          <a:prstGeom prst="rect">
            <a:avLst/>
          </a:prstGeo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9895559-B5C9-44B2-B309-9E110ED03028}" type="slidenum">
              <a:rPr lang="zh-CN" altLang="en-US" smtClean="0"/>
              <a:t>‹#›</a:t>
            </a:fld>
            <a:endParaRPr lang="zh-CN" altLang="en-US"/>
          </a:p>
        </p:txBody>
      </p:sp>
      <p:sp>
        <p:nvSpPr>
          <p:cNvPr id="10" name="标题 9"/>
          <p:cNvSpPr>
            <a:spLocks noGrp="1"/>
          </p:cNvSpPr>
          <p:nvPr>
            <p:ph type="title"/>
          </p:nvPr>
        </p:nvSpPr>
        <p:spPr/>
        <p:txBody>
          <a:bodyPr/>
          <a:lstStyle/>
          <a:p>
            <a:r>
              <a:rPr kumimoji="1" lang="zh-CN" altLang="en-US"/>
              <a:t>单击此处编辑母版标题样式</a:t>
            </a:r>
            <a:endParaRPr kumimoji="1"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9895559-B5C9-44B2-B309-9E110ED03028}" type="slidenum">
              <a:rPr lang="zh-CN" altLang="en-US" smtClean="0"/>
              <a:t>‹#›</a:t>
            </a:fld>
            <a:endParaRPr lang="zh-CN" altLang="en-US"/>
          </a:p>
        </p:txBody>
      </p:sp>
      <p:sp>
        <p:nvSpPr>
          <p:cNvPr id="6" name="标题 5"/>
          <p:cNvSpPr>
            <a:spLocks noGrp="1"/>
          </p:cNvSpPr>
          <p:nvPr>
            <p:ph type="title"/>
          </p:nvPr>
        </p:nvSpPr>
        <p:spPr/>
        <p:txBody>
          <a:bodyPr/>
          <a:lstStyle/>
          <a:p>
            <a:r>
              <a:rPr kumimoji="1" lang="zh-CN" altLang="en-US"/>
              <a:t>单击此处编辑母版标题样式</a:t>
            </a:r>
            <a:endParaRPr kumimoji="1"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9895559-B5C9-44B2-B309-9E110ED03028}"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内容与标题">
    <p:spTree>
      <p:nvGrpSpPr>
        <p:cNvPr id="1" name=""/>
        <p:cNvGrpSpPr/>
        <p:nvPr/>
      </p:nvGrpSpPr>
      <p:grpSpPr>
        <a:xfrm>
          <a:off x="0" y="0"/>
          <a:ext cx="0" cy="0"/>
          <a:chOff x="0" y="0"/>
          <a:chExt cx="0" cy="0"/>
        </a:xfrm>
      </p:grpSpPr>
      <p:sp>
        <p:nvSpPr>
          <p:cNvPr id="10" name="Rectangle 7"/>
          <p:cNvSpPr>
            <a:spLocks noChangeAspect="1"/>
          </p:cNvSpPr>
          <p:nvPr/>
        </p:nvSpPr>
        <p:spPr>
          <a:xfrm>
            <a:off x="447816" y="4914808"/>
            <a:ext cx="385561" cy="10322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447816" y="601200"/>
            <a:ext cx="11292840" cy="4204800"/>
          </a:xfrm>
          <a:prstGeom prst="rect">
            <a:avLst/>
          </a:prstGeo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3" name="日期占位符 12"/>
          <p:cNvSpPr>
            <a:spLocks noGrp="1"/>
          </p:cNvSpPr>
          <p:nvPr>
            <p:ph type="dt" sz="half" idx="10"/>
          </p:nvPr>
        </p:nvSpPr>
        <p:spPr>
          <a:xfrm>
            <a:off x="7523545" y="6054522"/>
            <a:ext cx="2523280" cy="365125"/>
          </a:xfrm>
        </p:spPr>
        <p:txBody>
          <a:bodyPr/>
          <a:lstStyle/>
          <a:p>
            <a:fld id="{37B3879E-DE3F-46AE-9601-CEC617E45663}" type="datetimeFigureOut">
              <a:rPr lang="zh-CN" altLang="en-US" smtClean="0"/>
              <a:t>2025/11/29</a:t>
            </a:fld>
            <a:endParaRPr lang="zh-CN" altLang="en-US"/>
          </a:p>
        </p:txBody>
      </p:sp>
      <p:sp>
        <p:nvSpPr>
          <p:cNvPr id="14" name="页脚占位符 13"/>
          <p:cNvSpPr>
            <a:spLocks noGrp="1"/>
          </p:cNvSpPr>
          <p:nvPr>
            <p:ph type="ftr" sz="quarter" idx="11"/>
          </p:nvPr>
        </p:nvSpPr>
        <p:spPr>
          <a:xfrm>
            <a:off x="833377" y="6054522"/>
            <a:ext cx="6585500" cy="360799"/>
          </a:xfrm>
        </p:spPr>
        <p:txBody>
          <a:bodyPr/>
          <a:lstStyle/>
          <a:p>
            <a:endParaRPr lang="zh-CN" altLang="en-US"/>
          </a:p>
        </p:txBody>
      </p:sp>
      <p:sp>
        <p:nvSpPr>
          <p:cNvPr id="15" name="灯片编号占位符 14"/>
          <p:cNvSpPr>
            <a:spLocks noGrp="1"/>
          </p:cNvSpPr>
          <p:nvPr>
            <p:ph type="sldNum" sz="quarter" idx="12"/>
          </p:nvPr>
        </p:nvSpPr>
        <p:spPr>
          <a:xfrm>
            <a:off x="10151493" y="6054522"/>
            <a:ext cx="1203271" cy="365125"/>
          </a:xfrm>
        </p:spPr>
        <p:txBody>
          <a:bodyPr/>
          <a:lstStyle/>
          <a:p>
            <a:fld id="{A9895559-B5C9-44B2-B309-9E110ED03028}" type="slidenum">
              <a:rPr lang="zh-CN" altLang="en-US" smtClean="0"/>
              <a:t>‹#›</a:t>
            </a:fld>
            <a:endParaRPr lang="zh-CN" altLang="en-US"/>
          </a:p>
        </p:txBody>
      </p:sp>
      <p:sp>
        <p:nvSpPr>
          <p:cNvPr id="16" name="标题 15"/>
          <p:cNvSpPr>
            <a:spLocks noGrp="1"/>
          </p:cNvSpPr>
          <p:nvPr>
            <p:ph type="title"/>
          </p:nvPr>
        </p:nvSpPr>
        <p:spPr>
          <a:xfrm>
            <a:off x="1021463" y="4913486"/>
            <a:ext cx="10333301" cy="609039"/>
          </a:xfrm>
          <a:prstGeom prst="rect">
            <a:avLst/>
          </a:prstGeom>
        </p:spPr>
        <p:txBody>
          <a:bodyPr/>
          <a:lstStyle/>
          <a:p>
            <a:r>
              <a:rPr kumimoji="1" lang="zh-CN" altLang="en-US"/>
              <a:t>单击此处编辑母版标题样式</a:t>
            </a:r>
            <a:endParaRPr kumimoji="1" lang="zh-CN" altLang="en-US" dirty="0"/>
          </a:p>
        </p:txBody>
      </p:sp>
      <p:sp>
        <p:nvSpPr>
          <p:cNvPr id="23" name="Subtitle 2"/>
          <p:cNvSpPr>
            <a:spLocks noGrp="1"/>
          </p:cNvSpPr>
          <p:nvPr>
            <p:ph type="subTitle" idx="13"/>
          </p:nvPr>
        </p:nvSpPr>
        <p:spPr>
          <a:xfrm>
            <a:off x="1021463" y="5608156"/>
            <a:ext cx="10333300" cy="360735"/>
          </a:xfrm>
          <a:prstGeom prst="rect">
            <a:avLst/>
          </a:prstGeom>
        </p:spPr>
        <p:txBody>
          <a:bodyPr anchor="ctr">
            <a:normAutofit/>
          </a:bodyPr>
          <a:lstStyle>
            <a:lvl1pPr marL="0" indent="0" algn="l">
              <a:buNone/>
              <a:defRPr sz="2000" cap="none" baseline="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81193" y="4395677"/>
            <a:ext cx="11029616" cy="566738"/>
          </a:xfrm>
          <a:prstGeom prst="rect">
            <a:avLst/>
          </a:prstGeom>
        </p:spPr>
        <p:txBody>
          <a:bodyPr anchor="b">
            <a:normAutofit/>
          </a:bodyPr>
          <a:lstStyle>
            <a:lvl1pPr algn="l">
              <a:defRPr sz="2400" b="0">
                <a:solidFill>
                  <a:schemeClr val="accent1"/>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447817" y="599725"/>
            <a:ext cx="11290859" cy="3557252"/>
          </a:xfrm>
          <a:prstGeom prst="rect">
            <a:avLst/>
          </a:prstGeo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581193" y="4962417"/>
            <a:ext cx="11029617" cy="598671"/>
          </a:xfrm>
          <a:prstGeom prst="rect">
            <a:avLst/>
          </a:prstGeo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9895559-B5C9-44B2-B309-9E110ED03028}"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3376" y="2111829"/>
            <a:ext cx="10521388" cy="3379068"/>
          </a:xfrm>
          <a:prstGeom prst="rect">
            <a:avLst/>
          </a:prstGeom>
        </p:spPr>
        <p:txBody>
          <a:bodyPr vert="eaVert" anchor="t"/>
          <a:lstStyle>
            <a:lvl1pPr algn="l">
              <a:defRPr/>
            </a:lvl1pPr>
            <a:lvl2pPr algn="l">
              <a:defRPr/>
            </a:lvl2pPr>
            <a:lvl3pPr algn="l">
              <a:defRPr/>
            </a:lvl3pPr>
            <a:lvl4pPr algn="l">
              <a:defRPr/>
            </a:lvl4pPr>
            <a:lvl5pPr algn="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895559-B5C9-44B2-B309-9E110ED03028}" type="slidenum">
              <a:rPr lang="zh-CN" altLang="en-US" smtClean="0"/>
              <a:t>‹#›</a:t>
            </a:fld>
            <a:endParaRPr lang="zh-CN" altLang="en-US"/>
          </a:p>
        </p:txBody>
      </p:sp>
      <p:sp>
        <p:nvSpPr>
          <p:cNvPr id="7" name="标题 6"/>
          <p:cNvSpPr>
            <a:spLocks noGrp="1"/>
          </p:cNvSpPr>
          <p:nvPr>
            <p:ph type="title"/>
          </p:nvPr>
        </p:nvSpPr>
        <p:spPr/>
        <p:txBody>
          <a:bodyPr/>
          <a:lstStyle/>
          <a:p>
            <a:r>
              <a:rPr kumimoji="1" lang="zh-CN" altLang="en-US"/>
              <a:t>单击此处编辑母版标题样式</a:t>
            </a:r>
            <a:endParaRPr kumimoji="1"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竖排标题与文本">
    <p:spTree>
      <p:nvGrpSpPr>
        <p:cNvPr id="1" name=""/>
        <p:cNvGrpSpPr/>
        <p:nvPr/>
      </p:nvGrpSpPr>
      <p:grpSpPr>
        <a:xfrm>
          <a:off x="0" y="0"/>
          <a:ext cx="0" cy="0"/>
          <a:chOff x="0" y="0"/>
          <a:chExt cx="0" cy="0"/>
        </a:xfrm>
      </p:grpSpPr>
      <p:sp>
        <p:nvSpPr>
          <p:cNvPr id="10" name="Rectangle 6"/>
          <p:cNvSpPr>
            <a:spLocks noChangeAspect="1"/>
          </p:cNvSpPr>
          <p:nvPr/>
        </p:nvSpPr>
        <p:spPr>
          <a:xfrm>
            <a:off x="8884030" y="675726"/>
            <a:ext cx="88976" cy="79183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Vertical Title 1"/>
          <p:cNvSpPr>
            <a:spLocks noGrp="1"/>
          </p:cNvSpPr>
          <p:nvPr>
            <p:ph type="title" orient="vert"/>
          </p:nvPr>
        </p:nvSpPr>
        <p:spPr>
          <a:xfrm>
            <a:off x="9169649" y="675726"/>
            <a:ext cx="1899496" cy="5183073"/>
          </a:xfrm>
          <a:prstGeom prst="rect">
            <a:avLst/>
          </a:prstGeom>
        </p:spPr>
        <p:txBody>
          <a:bodyPr vert="eaVert" anchor="b"/>
          <a:lstStyle/>
          <a:p>
            <a:r>
              <a:rPr lang="zh-CN" altLang="en-US"/>
              <a:t>单击此处编辑母版标题样式</a:t>
            </a:r>
            <a:endParaRPr lang="en-US" dirty="0"/>
          </a:p>
        </p:txBody>
      </p:sp>
      <p:sp>
        <p:nvSpPr>
          <p:cNvPr id="12" name="Vertical Text Placeholder 2"/>
          <p:cNvSpPr>
            <a:spLocks noGrp="1"/>
          </p:cNvSpPr>
          <p:nvPr>
            <p:ph type="body" orient="vert" idx="1"/>
          </p:nvPr>
        </p:nvSpPr>
        <p:spPr>
          <a:xfrm>
            <a:off x="774923" y="675726"/>
            <a:ext cx="7791611" cy="5183073"/>
          </a:xfrm>
          <a:prstGeom prst="rect">
            <a:avLst/>
          </a:prstGeom>
        </p:spPr>
        <p:txBody>
          <a:bodyPr vert="eaVert"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 name="日期占位符 1"/>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9895559-B5C9-44B2-B309-9E110ED03028}"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1_目录">
    <p:spTree>
      <p:nvGrpSpPr>
        <p:cNvPr id="1" name=""/>
        <p:cNvGrpSpPr/>
        <p:nvPr/>
      </p:nvGrpSpPr>
      <p:grpSpPr>
        <a:xfrm>
          <a:off x="0" y="0"/>
          <a:ext cx="0" cy="0"/>
          <a:chOff x="0" y="0"/>
          <a:chExt cx="0" cy="0"/>
        </a:xfrm>
      </p:grpSpPr>
      <p:sp>
        <p:nvSpPr>
          <p:cNvPr id="11" name="Content Placeholder 2"/>
          <p:cNvSpPr>
            <a:spLocks noGrp="1"/>
          </p:cNvSpPr>
          <p:nvPr>
            <p:ph idx="1"/>
          </p:nvPr>
        </p:nvSpPr>
        <p:spPr>
          <a:xfrm>
            <a:off x="1431883" y="2118167"/>
            <a:ext cx="10178926" cy="3602477"/>
          </a:xfrm>
          <a:prstGeom prst="rect">
            <a:avLst/>
          </a:prstGeom>
        </p:spPr>
        <p:txBody>
          <a:bodyPr anchor="ctr">
            <a:normAutofit/>
          </a:bodyPr>
          <a:lstStyle>
            <a:lvl1pPr algn="l">
              <a:defRPr sz="3200"/>
            </a:lvl1pPr>
            <a:lvl2pPr algn="l">
              <a:defRPr sz="2800"/>
            </a:lvl2pPr>
            <a:lvl3pPr algn="l">
              <a:defRPr sz="2400"/>
            </a:lvl3pPr>
            <a:lvl4pPr algn="l">
              <a:defRPr sz="2000"/>
            </a:lvl4pPr>
            <a:lvl5pPr algn="l">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3" name="Date Placeholder 3"/>
          <p:cNvSpPr>
            <a:spLocks noGrp="1"/>
          </p:cNvSpPr>
          <p:nvPr>
            <p:ph type="dt" sz="half" idx="10"/>
          </p:nvPr>
        </p:nvSpPr>
        <p:spPr>
          <a:xfrm>
            <a:off x="7605951" y="5597317"/>
            <a:ext cx="2844799" cy="365125"/>
          </a:xfrm>
        </p:spPr>
        <p:txBody>
          <a:bodyPr/>
          <a:lstStyle/>
          <a:p>
            <a:fld id="{37B3879E-DE3F-46AE-9601-CEC617E45663}" type="datetimeFigureOut">
              <a:rPr lang="zh-CN" altLang="en-US" smtClean="0"/>
              <a:t>2025/11/29</a:t>
            </a:fld>
            <a:endParaRPr lang="zh-CN" altLang="en-US"/>
          </a:p>
        </p:txBody>
      </p:sp>
      <p:sp>
        <p:nvSpPr>
          <p:cNvPr id="16" name="Footer Placeholder 4"/>
          <p:cNvSpPr>
            <a:spLocks noGrp="1"/>
          </p:cNvSpPr>
          <p:nvPr>
            <p:ph type="ftr" sz="quarter" idx="11"/>
          </p:nvPr>
        </p:nvSpPr>
        <p:spPr>
          <a:xfrm>
            <a:off x="1431882" y="5592991"/>
            <a:ext cx="6066519" cy="365125"/>
          </a:xfrm>
        </p:spPr>
        <p:txBody>
          <a:bodyPr/>
          <a:lstStyle/>
          <a:p>
            <a:endParaRPr lang="zh-CN" altLang="en-US"/>
          </a:p>
        </p:txBody>
      </p:sp>
      <p:sp>
        <p:nvSpPr>
          <p:cNvPr id="17" name="Slide Number Placeholder 5"/>
          <p:cNvSpPr>
            <a:spLocks noGrp="1"/>
          </p:cNvSpPr>
          <p:nvPr>
            <p:ph type="sldNum" sz="quarter" idx="12"/>
          </p:nvPr>
        </p:nvSpPr>
        <p:spPr>
          <a:xfrm>
            <a:off x="10558300" y="5597317"/>
            <a:ext cx="1052508" cy="365125"/>
          </a:xfrm>
        </p:spPr>
        <p:txBody>
          <a:bodyPr/>
          <a:lstStyle/>
          <a:p>
            <a:fld id="{A9895559-B5C9-44B2-B309-9E110ED03028}" type="slidenum">
              <a:rPr lang="zh-CN" altLang="en-US" smtClean="0"/>
              <a:t>‹#›</a:t>
            </a:fld>
            <a:endParaRPr lang="zh-CN" altLang="en-US"/>
          </a:p>
        </p:txBody>
      </p:sp>
      <p:sp>
        <p:nvSpPr>
          <p:cNvPr id="18" name="Title 1"/>
          <p:cNvSpPr>
            <a:spLocks noGrp="1"/>
          </p:cNvSpPr>
          <p:nvPr>
            <p:ph type="title"/>
          </p:nvPr>
        </p:nvSpPr>
        <p:spPr>
          <a:xfrm>
            <a:off x="1431882" y="490438"/>
            <a:ext cx="10178925" cy="1351451"/>
          </a:xfrm>
          <a:prstGeom prst="rect">
            <a:avLst/>
          </a:prstGeom>
        </p:spPr>
        <p:txBody>
          <a:bodyPr anchor="ctr">
            <a:normAutofit/>
          </a:bodyPr>
          <a:lstStyle>
            <a:lvl1pPr algn="l">
              <a:defRPr sz="3600"/>
            </a:lvl1pPr>
          </a:lstStyle>
          <a:p>
            <a:r>
              <a:rPr lang="zh-CN" altLang="en-US"/>
              <a:t>单击此处编辑母版标题样式</a:t>
            </a:r>
            <a:endParaRPr lang="en-US" dirty="0"/>
          </a:p>
        </p:txBody>
      </p:sp>
      <p:sp>
        <p:nvSpPr>
          <p:cNvPr id="21" name="Rectangle 8"/>
          <p:cNvSpPr/>
          <p:nvPr/>
        </p:nvSpPr>
        <p:spPr>
          <a:xfrm rot="5400000">
            <a:off x="-2692137" y="3263038"/>
            <a:ext cx="6858000" cy="33192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1_内容与标题">
    <p:spTree>
      <p:nvGrpSpPr>
        <p:cNvPr id="1" name=""/>
        <p:cNvGrpSpPr/>
        <p:nvPr/>
      </p:nvGrpSpPr>
      <p:grpSpPr>
        <a:xfrm>
          <a:off x="0" y="0"/>
          <a:ext cx="0" cy="0"/>
          <a:chOff x="0" y="0"/>
          <a:chExt cx="0" cy="0"/>
        </a:xfrm>
      </p:grpSpPr>
      <p:sp>
        <p:nvSpPr>
          <p:cNvPr id="10" name="Rectangle 7"/>
          <p:cNvSpPr>
            <a:spLocks noChangeAspect="1"/>
          </p:cNvSpPr>
          <p:nvPr/>
        </p:nvSpPr>
        <p:spPr>
          <a:xfrm>
            <a:off x="447816" y="4914808"/>
            <a:ext cx="385561" cy="10322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447816" y="601200"/>
            <a:ext cx="11292840" cy="4204800"/>
          </a:xfrm>
          <a:prstGeom prst="rect">
            <a:avLst/>
          </a:prstGeo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3" name="日期占位符 12"/>
          <p:cNvSpPr>
            <a:spLocks noGrp="1"/>
          </p:cNvSpPr>
          <p:nvPr>
            <p:ph type="dt" sz="half" idx="10"/>
          </p:nvPr>
        </p:nvSpPr>
        <p:spPr>
          <a:xfrm>
            <a:off x="7523545" y="6054522"/>
            <a:ext cx="2523280" cy="365125"/>
          </a:xfrm>
        </p:spPr>
        <p:txBody>
          <a:bodyPr/>
          <a:lstStyle/>
          <a:p>
            <a:fld id="{37B3879E-DE3F-46AE-9601-CEC617E45663}" type="datetimeFigureOut">
              <a:rPr lang="zh-CN" altLang="en-US" smtClean="0"/>
              <a:t>2025/11/29</a:t>
            </a:fld>
            <a:endParaRPr lang="zh-CN" altLang="en-US"/>
          </a:p>
        </p:txBody>
      </p:sp>
      <p:sp>
        <p:nvSpPr>
          <p:cNvPr id="14" name="页脚占位符 13"/>
          <p:cNvSpPr>
            <a:spLocks noGrp="1"/>
          </p:cNvSpPr>
          <p:nvPr>
            <p:ph type="ftr" sz="quarter" idx="11"/>
          </p:nvPr>
        </p:nvSpPr>
        <p:spPr>
          <a:xfrm>
            <a:off x="833377" y="6054522"/>
            <a:ext cx="6585500" cy="360799"/>
          </a:xfrm>
        </p:spPr>
        <p:txBody>
          <a:bodyPr/>
          <a:lstStyle/>
          <a:p>
            <a:endParaRPr lang="zh-CN" altLang="en-US"/>
          </a:p>
        </p:txBody>
      </p:sp>
      <p:sp>
        <p:nvSpPr>
          <p:cNvPr id="15" name="灯片编号占位符 14"/>
          <p:cNvSpPr>
            <a:spLocks noGrp="1"/>
          </p:cNvSpPr>
          <p:nvPr>
            <p:ph type="sldNum" sz="quarter" idx="12"/>
          </p:nvPr>
        </p:nvSpPr>
        <p:spPr>
          <a:xfrm>
            <a:off x="10151493" y="6054522"/>
            <a:ext cx="1203271" cy="365125"/>
          </a:xfrm>
        </p:spPr>
        <p:txBody>
          <a:bodyPr/>
          <a:lstStyle/>
          <a:p>
            <a:fld id="{A9895559-B5C9-44B2-B309-9E110ED03028}" type="slidenum">
              <a:rPr lang="zh-CN" altLang="en-US" smtClean="0"/>
              <a:t>‹#›</a:t>
            </a:fld>
            <a:endParaRPr lang="zh-CN" altLang="en-US"/>
          </a:p>
        </p:txBody>
      </p:sp>
      <p:sp>
        <p:nvSpPr>
          <p:cNvPr id="16" name="标题 15"/>
          <p:cNvSpPr>
            <a:spLocks noGrp="1"/>
          </p:cNvSpPr>
          <p:nvPr>
            <p:ph type="title"/>
          </p:nvPr>
        </p:nvSpPr>
        <p:spPr>
          <a:xfrm>
            <a:off x="1021463" y="4913486"/>
            <a:ext cx="10333301" cy="609039"/>
          </a:xfrm>
          <a:prstGeom prst="rect">
            <a:avLst/>
          </a:prstGeom>
        </p:spPr>
        <p:txBody>
          <a:bodyPr/>
          <a:lstStyle/>
          <a:p>
            <a:r>
              <a:rPr kumimoji="1" lang="zh-CN" altLang="en-US"/>
              <a:t>单击此处编辑母版标题样式</a:t>
            </a:r>
            <a:endParaRPr kumimoji="1" lang="zh-CN" altLang="en-US" dirty="0"/>
          </a:p>
        </p:txBody>
      </p:sp>
      <p:sp>
        <p:nvSpPr>
          <p:cNvPr id="23" name="Subtitle 2"/>
          <p:cNvSpPr>
            <a:spLocks noGrp="1"/>
          </p:cNvSpPr>
          <p:nvPr>
            <p:ph type="subTitle" idx="13"/>
          </p:nvPr>
        </p:nvSpPr>
        <p:spPr>
          <a:xfrm>
            <a:off x="1021463" y="5608156"/>
            <a:ext cx="10333300" cy="360735"/>
          </a:xfrm>
          <a:prstGeom prst="rect">
            <a:avLst/>
          </a:prstGeom>
        </p:spPr>
        <p:txBody>
          <a:bodyPr anchor="ctr">
            <a:normAutofit/>
          </a:bodyPr>
          <a:lstStyle>
            <a:lvl1pPr marL="0" indent="0" algn="l">
              <a:buNone/>
              <a:defRPr sz="2000" cap="none" baseline="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grpSp>
        <p:nvGrpSpPr>
          <p:cNvPr id="25" name="组合 24"/>
          <p:cNvGrpSpPr/>
          <p:nvPr/>
        </p:nvGrpSpPr>
        <p:grpSpPr>
          <a:xfrm>
            <a:off x="599225" y="1736370"/>
            <a:ext cx="10993549" cy="1903301"/>
            <a:chOff x="599225" y="1921565"/>
            <a:chExt cx="10993549" cy="1903301"/>
          </a:xfrm>
        </p:grpSpPr>
        <p:sp>
          <p:nvSpPr>
            <p:cNvPr id="22" name="矩形 21"/>
            <p:cNvSpPr/>
            <p:nvPr/>
          </p:nvSpPr>
          <p:spPr>
            <a:xfrm>
              <a:off x="599225" y="1921565"/>
              <a:ext cx="10993549" cy="19033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半闭框 17"/>
            <p:cNvSpPr/>
            <p:nvPr/>
          </p:nvSpPr>
          <p:spPr>
            <a:xfrm>
              <a:off x="599225" y="1921565"/>
              <a:ext cx="821803" cy="867934"/>
            </a:xfrm>
            <a:prstGeom prst="halfFrame">
              <a:avLst>
                <a:gd name="adj1" fmla="val 23474"/>
                <a:gd name="adj2" fmla="val 23475"/>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4" name="矩形 23"/>
            <p:cNvSpPr/>
            <p:nvPr/>
          </p:nvSpPr>
          <p:spPr>
            <a:xfrm>
              <a:off x="10161778" y="3614195"/>
              <a:ext cx="1430996" cy="2106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3" name="Subtitle 2"/>
          <p:cNvSpPr>
            <a:spLocks noGrp="1"/>
          </p:cNvSpPr>
          <p:nvPr>
            <p:ph type="subTitle" idx="1"/>
          </p:nvPr>
        </p:nvSpPr>
        <p:spPr>
          <a:xfrm>
            <a:off x="963169" y="3819054"/>
            <a:ext cx="10265664" cy="1340999"/>
          </a:xfrm>
          <a:prstGeom prst="rect">
            <a:avLst/>
          </a:prstGeom>
        </p:spPr>
        <p:txBody>
          <a:bodyPr anchor="t">
            <a:normAutofit/>
          </a:bodyPr>
          <a:lstStyle>
            <a:lvl1pPr marL="0" indent="0" algn="l">
              <a:buNone/>
              <a:defRPr sz="2000" cap="none" baseline="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日期占位符 3"/>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9895559-B5C9-44B2-B309-9E110ED03028}" type="slidenum">
              <a:rPr lang="zh-CN" altLang="en-US" smtClean="0"/>
              <a:t>‹#›</a:t>
            </a:fld>
            <a:endParaRPr lang="zh-CN" altLang="en-US"/>
          </a:p>
        </p:txBody>
      </p:sp>
      <p:pic>
        <p:nvPicPr>
          <p:cNvPr id="15" name="图片 14"/>
          <p:cNvPicPr>
            <a:picLocks noChangeAspect="1"/>
          </p:cNvPicPr>
          <p:nvPr/>
        </p:nvPicPr>
        <p:blipFill>
          <a:blip r:embed="rId2"/>
          <a:stretch>
            <a:fillRect/>
          </a:stretch>
        </p:blipFill>
        <p:spPr>
          <a:xfrm>
            <a:off x="9073617" y="399620"/>
            <a:ext cx="2519157" cy="991863"/>
          </a:xfrm>
          <a:prstGeom prst="rect">
            <a:avLst/>
          </a:prstGeom>
        </p:spPr>
      </p:pic>
      <p:sp>
        <p:nvSpPr>
          <p:cNvPr id="9" name="标题 8"/>
          <p:cNvSpPr>
            <a:spLocks noGrp="1"/>
          </p:cNvSpPr>
          <p:nvPr>
            <p:ph type="title"/>
          </p:nvPr>
        </p:nvSpPr>
        <p:spPr>
          <a:xfrm>
            <a:off x="963167" y="2023572"/>
            <a:ext cx="10265664" cy="1325563"/>
          </a:xfrm>
        </p:spPr>
        <p:txBody>
          <a:bodyPr anchor="b">
            <a:normAutofit/>
          </a:bodyPr>
          <a:lstStyle>
            <a:lvl1pPr>
              <a:defRPr lang="zh-CN" altLang="en-US" sz="3600" b="0" kern="1200" cap="none" baseline="0" dirty="0">
                <a:solidFill>
                  <a:srgbClr val="660874"/>
                </a:solidFill>
                <a:latin typeface="+mj-lt"/>
                <a:ea typeface="+mj-ea"/>
                <a:cs typeface="+mj-cs"/>
              </a:defRPr>
            </a:lvl1pPr>
          </a:lstStyle>
          <a:p>
            <a:r>
              <a:rPr kumimoji="1" lang="zh-CN" altLang="en-US"/>
              <a:t>单击此处编辑母版标题样式</a:t>
            </a:r>
            <a:endParaRPr kumimoji="1"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9895559-B5C9-44B2-B309-9E110ED03028}" type="slidenum">
              <a:rPr lang="zh-CN" altLang="en-US" smtClean="0"/>
              <a:t>‹#›</a:t>
            </a:fld>
            <a:endParaRPr lang="zh-CN" altLang="en-US"/>
          </a:p>
        </p:txBody>
      </p:sp>
      <p:sp>
        <p:nvSpPr>
          <p:cNvPr id="16" name="文本占位符 11"/>
          <p:cNvSpPr>
            <a:spLocks noGrp="1"/>
          </p:cNvSpPr>
          <p:nvPr>
            <p:ph type="body" idx="1"/>
          </p:nvPr>
        </p:nvSpPr>
        <p:spPr>
          <a:xfrm>
            <a:off x="838200" y="1825625"/>
            <a:ext cx="10515600" cy="3682546"/>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endParaRPr kumimoji="1" lang="zh-CN" altLang="en-US" dirty="0"/>
          </a:p>
        </p:txBody>
      </p:sp>
      <p:sp>
        <p:nvSpPr>
          <p:cNvPr id="9" name="标题 8"/>
          <p:cNvSpPr>
            <a:spLocks noGrp="1"/>
          </p:cNvSpPr>
          <p:nvPr>
            <p:ph type="title"/>
          </p:nvPr>
        </p:nvSpPr>
        <p:spPr/>
        <p:txBody>
          <a:bodyPr/>
          <a:lstStyle/>
          <a:p>
            <a:r>
              <a:rPr kumimoji="1" lang="zh-CN" altLang="en-US"/>
              <a:t>单击此处编辑母版标题样式</a:t>
            </a:r>
            <a:endParaRPr kumimoji="1"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目录">
    <p:spTree>
      <p:nvGrpSpPr>
        <p:cNvPr id="1" name=""/>
        <p:cNvGrpSpPr/>
        <p:nvPr/>
      </p:nvGrpSpPr>
      <p:grpSpPr>
        <a:xfrm>
          <a:off x="0" y="0"/>
          <a:ext cx="0" cy="0"/>
          <a:chOff x="0" y="0"/>
          <a:chExt cx="0" cy="0"/>
        </a:xfrm>
      </p:grpSpPr>
      <p:sp>
        <p:nvSpPr>
          <p:cNvPr id="11" name="Content Placeholder 2"/>
          <p:cNvSpPr>
            <a:spLocks noGrp="1"/>
          </p:cNvSpPr>
          <p:nvPr>
            <p:ph idx="1"/>
          </p:nvPr>
        </p:nvSpPr>
        <p:spPr>
          <a:xfrm>
            <a:off x="1431883" y="2118167"/>
            <a:ext cx="10178926" cy="3602477"/>
          </a:xfrm>
          <a:prstGeom prst="rect">
            <a:avLst/>
          </a:prstGeom>
        </p:spPr>
        <p:txBody>
          <a:bodyPr anchor="ctr">
            <a:normAutofit/>
          </a:bodyPr>
          <a:lstStyle>
            <a:lvl1pPr algn="l">
              <a:defRPr sz="3200"/>
            </a:lvl1pPr>
            <a:lvl2pPr algn="l">
              <a:defRPr sz="2800"/>
            </a:lvl2pPr>
            <a:lvl3pPr algn="l">
              <a:defRPr sz="2400"/>
            </a:lvl3pPr>
            <a:lvl4pPr algn="l">
              <a:defRPr sz="2000"/>
            </a:lvl4pPr>
            <a:lvl5pPr algn="l">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3" name="Date Placeholder 3"/>
          <p:cNvSpPr>
            <a:spLocks noGrp="1"/>
          </p:cNvSpPr>
          <p:nvPr>
            <p:ph type="dt" sz="half" idx="10"/>
          </p:nvPr>
        </p:nvSpPr>
        <p:spPr>
          <a:xfrm>
            <a:off x="7605951" y="5597317"/>
            <a:ext cx="2844799" cy="365125"/>
          </a:xfrm>
        </p:spPr>
        <p:txBody>
          <a:bodyPr/>
          <a:lstStyle/>
          <a:p>
            <a:fld id="{37B3879E-DE3F-46AE-9601-CEC617E45663}" type="datetimeFigureOut">
              <a:rPr lang="zh-CN" altLang="en-US" smtClean="0"/>
              <a:t>2025/11/29</a:t>
            </a:fld>
            <a:endParaRPr lang="zh-CN" altLang="en-US"/>
          </a:p>
        </p:txBody>
      </p:sp>
      <p:sp>
        <p:nvSpPr>
          <p:cNvPr id="16" name="Footer Placeholder 4"/>
          <p:cNvSpPr>
            <a:spLocks noGrp="1"/>
          </p:cNvSpPr>
          <p:nvPr>
            <p:ph type="ftr" sz="quarter" idx="11"/>
          </p:nvPr>
        </p:nvSpPr>
        <p:spPr>
          <a:xfrm>
            <a:off x="1431882" y="5592991"/>
            <a:ext cx="6066519" cy="365125"/>
          </a:xfrm>
        </p:spPr>
        <p:txBody>
          <a:bodyPr/>
          <a:lstStyle/>
          <a:p>
            <a:endParaRPr lang="zh-CN" altLang="en-US"/>
          </a:p>
        </p:txBody>
      </p:sp>
      <p:sp>
        <p:nvSpPr>
          <p:cNvPr id="17" name="Slide Number Placeholder 5"/>
          <p:cNvSpPr>
            <a:spLocks noGrp="1"/>
          </p:cNvSpPr>
          <p:nvPr>
            <p:ph type="sldNum" sz="quarter" idx="12"/>
          </p:nvPr>
        </p:nvSpPr>
        <p:spPr>
          <a:xfrm>
            <a:off x="10558300" y="5597317"/>
            <a:ext cx="1052508" cy="365125"/>
          </a:xfrm>
        </p:spPr>
        <p:txBody>
          <a:bodyPr/>
          <a:lstStyle/>
          <a:p>
            <a:fld id="{A9895559-B5C9-44B2-B309-9E110ED03028}" type="slidenum">
              <a:rPr lang="zh-CN" altLang="en-US" smtClean="0"/>
              <a:t>‹#›</a:t>
            </a:fld>
            <a:endParaRPr lang="zh-CN" altLang="en-US"/>
          </a:p>
        </p:txBody>
      </p:sp>
      <p:sp>
        <p:nvSpPr>
          <p:cNvPr id="18" name="Title 1"/>
          <p:cNvSpPr>
            <a:spLocks noGrp="1"/>
          </p:cNvSpPr>
          <p:nvPr>
            <p:ph type="title"/>
          </p:nvPr>
        </p:nvSpPr>
        <p:spPr>
          <a:xfrm>
            <a:off x="1431882" y="490438"/>
            <a:ext cx="10178925" cy="1351451"/>
          </a:xfrm>
          <a:prstGeom prst="rect">
            <a:avLst/>
          </a:prstGeom>
        </p:spPr>
        <p:txBody>
          <a:bodyPr anchor="ctr">
            <a:normAutofit/>
          </a:bodyPr>
          <a:lstStyle>
            <a:lvl1pPr algn="l">
              <a:defRPr sz="3600"/>
            </a:lvl1pPr>
          </a:lstStyle>
          <a:p>
            <a:r>
              <a:rPr lang="zh-CN" altLang="en-US"/>
              <a:t>单击此处编辑母版标题样式</a:t>
            </a:r>
            <a:endParaRPr lang="en-US" dirty="0"/>
          </a:p>
        </p:txBody>
      </p:sp>
      <p:sp>
        <p:nvSpPr>
          <p:cNvPr id="21" name="Rectangle 8"/>
          <p:cNvSpPr/>
          <p:nvPr/>
        </p:nvSpPr>
        <p:spPr>
          <a:xfrm rot="5400000">
            <a:off x="-2692137" y="3263038"/>
            <a:ext cx="6858000" cy="33192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节标题">
    <p:spTree>
      <p:nvGrpSpPr>
        <p:cNvPr id="1" name=""/>
        <p:cNvGrpSpPr/>
        <p:nvPr/>
      </p:nvGrpSpPr>
      <p:grpSpPr>
        <a:xfrm>
          <a:off x="0" y="0"/>
          <a:ext cx="0" cy="0"/>
          <a:chOff x="0" y="0"/>
          <a:chExt cx="0" cy="0"/>
        </a:xfrm>
      </p:grpSpPr>
      <p:grpSp>
        <p:nvGrpSpPr>
          <p:cNvPr id="9" name="组合 8"/>
          <p:cNvGrpSpPr/>
          <p:nvPr/>
        </p:nvGrpSpPr>
        <p:grpSpPr>
          <a:xfrm>
            <a:off x="599225" y="1736370"/>
            <a:ext cx="10993549" cy="1903301"/>
            <a:chOff x="599225" y="1921565"/>
            <a:chExt cx="10993549" cy="1903301"/>
          </a:xfrm>
        </p:grpSpPr>
        <p:sp>
          <p:nvSpPr>
            <p:cNvPr id="10" name="矩形 9"/>
            <p:cNvSpPr/>
            <p:nvPr/>
          </p:nvSpPr>
          <p:spPr>
            <a:xfrm>
              <a:off x="599225" y="1921565"/>
              <a:ext cx="10993549" cy="19033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p:cNvSpPr/>
            <p:nvPr/>
          </p:nvSpPr>
          <p:spPr>
            <a:xfrm>
              <a:off x="599227" y="1921566"/>
              <a:ext cx="192900" cy="1903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25" name="Subtitle 2"/>
          <p:cNvSpPr>
            <a:spLocks noGrp="1"/>
          </p:cNvSpPr>
          <p:nvPr>
            <p:ph type="subTitle" idx="1"/>
          </p:nvPr>
        </p:nvSpPr>
        <p:spPr>
          <a:xfrm>
            <a:off x="963169" y="3830629"/>
            <a:ext cx="10265664" cy="1340999"/>
          </a:xfrm>
          <a:prstGeom prst="rect">
            <a:avLst/>
          </a:prstGeom>
        </p:spPr>
        <p:txBody>
          <a:bodyPr anchor="t">
            <a:normAutofit/>
          </a:bodyPr>
          <a:lstStyle>
            <a:lvl1pPr marL="0" indent="0" algn="l">
              <a:buNone/>
              <a:defRPr sz="2000" cap="none" baseline="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27" name="日期占位符 10"/>
          <p:cNvSpPr>
            <a:spLocks noGrp="1"/>
          </p:cNvSpPr>
          <p:nvPr>
            <p:ph type="dt" sz="half" idx="10"/>
          </p:nvPr>
        </p:nvSpPr>
        <p:spPr>
          <a:xfrm>
            <a:off x="7523545" y="5597323"/>
            <a:ext cx="2523280" cy="365125"/>
          </a:xfrm>
        </p:spPr>
        <p:txBody>
          <a:bodyPr/>
          <a:lstStyle/>
          <a:p>
            <a:fld id="{37B3879E-DE3F-46AE-9601-CEC617E45663}" type="datetimeFigureOut">
              <a:rPr lang="zh-CN" altLang="en-US" smtClean="0"/>
              <a:t>2025/11/29</a:t>
            </a:fld>
            <a:endParaRPr lang="zh-CN" altLang="en-US"/>
          </a:p>
        </p:txBody>
      </p:sp>
      <p:sp>
        <p:nvSpPr>
          <p:cNvPr id="28" name="页脚占位符 11"/>
          <p:cNvSpPr>
            <a:spLocks noGrp="1"/>
          </p:cNvSpPr>
          <p:nvPr>
            <p:ph type="ftr" sz="quarter" idx="11"/>
          </p:nvPr>
        </p:nvSpPr>
        <p:spPr>
          <a:xfrm>
            <a:off x="833377" y="5592997"/>
            <a:ext cx="6585500" cy="365125"/>
          </a:xfrm>
        </p:spPr>
        <p:txBody>
          <a:bodyPr/>
          <a:lstStyle/>
          <a:p>
            <a:endParaRPr lang="zh-CN" altLang="en-US"/>
          </a:p>
        </p:txBody>
      </p:sp>
      <p:sp>
        <p:nvSpPr>
          <p:cNvPr id="29" name="灯片编号占位符 12"/>
          <p:cNvSpPr>
            <a:spLocks noGrp="1"/>
          </p:cNvSpPr>
          <p:nvPr>
            <p:ph type="sldNum" sz="quarter" idx="12"/>
          </p:nvPr>
        </p:nvSpPr>
        <p:spPr>
          <a:xfrm>
            <a:off x="10151493" y="5597323"/>
            <a:ext cx="1203271" cy="365125"/>
          </a:xfrm>
        </p:spPr>
        <p:txBody>
          <a:bodyPr/>
          <a:lstStyle/>
          <a:p>
            <a:fld id="{A9895559-B5C9-44B2-B309-9E110ED03028}" type="slidenum">
              <a:rPr lang="zh-CN" altLang="en-US" smtClean="0"/>
              <a:t>‹#›</a:t>
            </a:fld>
            <a:endParaRPr lang="zh-CN" altLang="en-US"/>
          </a:p>
        </p:txBody>
      </p:sp>
      <p:sp>
        <p:nvSpPr>
          <p:cNvPr id="3" name="标题 2"/>
          <p:cNvSpPr>
            <a:spLocks noGrp="1"/>
          </p:cNvSpPr>
          <p:nvPr>
            <p:ph type="title"/>
          </p:nvPr>
        </p:nvSpPr>
        <p:spPr>
          <a:xfrm>
            <a:off x="963169" y="1909598"/>
            <a:ext cx="10265664" cy="1556843"/>
          </a:xfrm>
        </p:spPr>
        <p:txBody>
          <a:bodyPr>
            <a:normAutofit/>
          </a:bodyPr>
          <a:lstStyle>
            <a:lvl1pPr>
              <a:defRPr sz="3600"/>
            </a:lvl1pPr>
          </a:lstStyle>
          <a:p>
            <a:r>
              <a:rPr kumimoji="1" lang="zh-CN" altLang="en-US"/>
              <a:t>单击此处编辑母版标题样式</a:t>
            </a:r>
            <a:endParaRPr kumimoji="1"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81194" y="2228005"/>
            <a:ext cx="5422391" cy="3242630"/>
          </a:xfrm>
          <a:prstGeom prst="rect">
            <a:avLst/>
          </a:prstGeo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88417" y="2228005"/>
            <a:ext cx="5422392" cy="3242630"/>
          </a:xfrm>
          <a:prstGeom prst="rect">
            <a:avLst/>
          </a:prstGeo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9895559-B5C9-44B2-B309-9E110ED03028}" type="slidenum">
              <a:rPr lang="zh-CN" altLang="en-US" smtClean="0"/>
              <a:t>‹#›</a:t>
            </a:fld>
            <a:endParaRPr lang="zh-CN" altLang="en-US"/>
          </a:p>
        </p:txBody>
      </p:sp>
      <p:sp>
        <p:nvSpPr>
          <p:cNvPr id="8" name="标题 7"/>
          <p:cNvSpPr>
            <a:spLocks noGrp="1"/>
          </p:cNvSpPr>
          <p:nvPr>
            <p:ph type="title"/>
          </p:nvPr>
        </p:nvSpPr>
        <p:spPr/>
        <p:txBody>
          <a:bodyPr/>
          <a:lstStyle/>
          <a:p>
            <a:r>
              <a:rPr kumimoji="1" lang="zh-CN" altLang="en-US"/>
              <a:t>单击此处编辑母版标题样式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87220" y="1840986"/>
            <a:ext cx="5087075" cy="536005"/>
          </a:xfrm>
          <a:prstGeom prst="rect">
            <a:avLst/>
          </a:prstGeo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581195" y="2516146"/>
            <a:ext cx="5393100" cy="2934999"/>
          </a:xfrm>
          <a:prstGeom prst="rect">
            <a:avLst/>
          </a:prstGeo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523737" y="1840986"/>
            <a:ext cx="5087073" cy="553373"/>
          </a:xfrm>
          <a:prstGeom prst="rect">
            <a:avLst/>
          </a:prstGeo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217710" y="2516146"/>
            <a:ext cx="5393100" cy="2934999"/>
          </a:xfrm>
          <a:prstGeom prst="rect">
            <a:avLst/>
          </a:prstGeo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9895559-B5C9-44B2-B309-9E110ED03028}" type="slidenum">
              <a:rPr lang="zh-CN" altLang="en-US" smtClean="0"/>
              <a:t>‹#›</a:t>
            </a:fld>
            <a:endParaRPr lang="zh-CN" altLang="en-US"/>
          </a:p>
        </p:txBody>
      </p:sp>
      <p:sp>
        <p:nvSpPr>
          <p:cNvPr id="10" name="标题 9"/>
          <p:cNvSpPr>
            <a:spLocks noGrp="1"/>
          </p:cNvSpPr>
          <p:nvPr>
            <p:ph type="title"/>
          </p:nvPr>
        </p:nvSpPr>
        <p:spPr/>
        <p:txBody>
          <a:bodyPr/>
          <a:lstStyle/>
          <a:p>
            <a:r>
              <a:rPr kumimoji="1" lang="zh-CN" altLang="en-US"/>
              <a:t>单击此处编辑母版标题样式</a:t>
            </a:r>
            <a:endParaRPr kumimoji="1"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9895559-B5C9-44B2-B309-9E110ED03028}" type="slidenum">
              <a:rPr lang="zh-CN" altLang="en-US" smtClean="0"/>
              <a:t>‹#›</a:t>
            </a:fld>
            <a:endParaRPr lang="zh-CN" altLang="en-US"/>
          </a:p>
        </p:txBody>
      </p:sp>
      <p:sp>
        <p:nvSpPr>
          <p:cNvPr id="6" name="标题 5"/>
          <p:cNvSpPr>
            <a:spLocks noGrp="1"/>
          </p:cNvSpPr>
          <p:nvPr>
            <p:ph type="title"/>
          </p:nvPr>
        </p:nvSpPr>
        <p:spPr/>
        <p:txBody>
          <a:bodyPr/>
          <a:lstStyle/>
          <a:p>
            <a:r>
              <a:rPr kumimoji="1" lang="zh-CN" altLang="en-US"/>
              <a:t>单击此处编辑母版标题样式</a:t>
            </a:r>
            <a:endParaRPr kumimoji="1"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9895559-B5C9-44B2-B309-9E110ED03028}"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内容与标题">
    <p:spTree>
      <p:nvGrpSpPr>
        <p:cNvPr id="1" name=""/>
        <p:cNvGrpSpPr/>
        <p:nvPr/>
      </p:nvGrpSpPr>
      <p:grpSpPr>
        <a:xfrm>
          <a:off x="0" y="0"/>
          <a:ext cx="0" cy="0"/>
          <a:chOff x="0" y="0"/>
          <a:chExt cx="0" cy="0"/>
        </a:xfrm>
      </p:grpSpPr>
      <p:sp>
        <p:nvSpPr>
          <p:cNvPr id="10" name="Rectangle 7"/>
          <p:cNvSpPr>
            <a:spLocks noChangeAspect="1"/>
          </p:cNvSpPr>
          <p:nvPr/>
        </p:nvSpPr>
        <p:spPr>
          <a:xfrm>
            <a:off x="447816" y="4914808"/>
            <a:ext cx="385561" cy="10322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447816" y="601200"/>
            <a:ext cx="11292840" cy="4204800"/>
          </a:xfrm>
          <a:prstGeom prst="rect">
            <a:avLst/>
          </a:prstGeo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3" name="日期占位符 12"/>
          <p:cNvSpPr>
            <a:spLocks noGrp="1"/>
          </p:cNvSpPr>
          <p:nvPr>
            <p:ph type="dt" sz="half" idx="10"/>
          </p:nvPr>
        </p:nvSpPr>
        <p:spPr>
          <a:xfrm>
            <a:off x="7523545" y="6054522"/>
            <a:ext cx="2523280" cy="365125"/>
          </a:xfrm>
        </p:spPr>
        <p:txBody>
          <a:bodyPr/>
          <a:lstStyle/>
          <a:p>
            <a:fld id="{37B3879E-DE3F-46AE-9601-CEC617E45663}" type="datetimeFigureOut">
              <a:rPr lang="zh-CN" altLang="en-US" smtClean="0"/>
              <a:t>2025/11/29</a:t>
            </a:fld>
            <a:endParaRPr lang="zh-CN" altLang="en-US"/>
          </a:p>
        </p:txBody>
      </p:sp>
      <p:sp>
        <p:nvSpPr>
          <p:cNvPr id="14" name="页脚占位符 13"/>
          <p:cNvSpPr>
            <a:spLocks noGrp="1"/>
          </p:cNvSpPr>
          <p:nvPr>
            <p:ph type="ftr" sz="quarter" idx="11"/>
          </p:nvPr>
        </p:nvSpPr>
        <p:spPr>
          <a:xfrm>
            <a:off x="833377" y="6054522"/>
            <a:ext cx="6585500" cy="360799"/>
          </a:xfrm>
        </p:spPr>
        <p:txBody>
          <a:bodyPr/>
          <a:lstStyle/>
          <a:p>
            <a:endParaRPr lang="zh-CN" altLang="en-US"/>
          </a:p>
        </p:txBody>
      </p:sp>
      <p:sp>
        <p:nvSpPr>
          <p:cNvPr id="15" name="灯片编号占位符 14"/>
          <p:cNvSpPr>
            <a:spLocks noGrp="1"/>
          </p:cNvSpPr>
          <p:nvPr>
            <p:ph type="sldNum" sz="quarter" idx="12"/>
          </p:nvPr>
        </p:nvSpPr>
        <p:spPr>
          <a:xfrm>
            <a:off x="10151493" y="6054522"/>
            <a:ext cx="1203271" cy="365125"/>
          </a:xfrm>
        </p:spPr>
        <p:txBody>
          <a:bodyPr/>
          <a:lstStyle/>
          <a:p>
            <a:fld id="{A9895559-B5C9-44B2-B309-9E110ED03028}" type="slidenum">
              <a:rPr lang="zh-CN" altLang="en-US" smtClean="0"/>
              <a:t>‹#›</a:t>
            </a:fld>
            <a:endParaRPr lang="zh-CN" altLang="en-US"/>
          </a:p>
        </p:txBody>
      </p:sp>
      <p:sp>
        <p:nvSpPr>
          <p:cNvPr id="16" name="标题 15"/>
          <p:cNvSpPr>
            <a:spLocks noGrp="1"/>
          </p:cNvSpPr>
          <p:nvPr>
            <p:ph type="title"/>
          </p:nvPr>
        </p:nvSpPr>
        <p:spPr>
          <a:xfrm>
            <a:off x="1021463" y="4913486"/>
            <a:ext cx="10333301" cy="609039"/>
          </a:xfrm>
          <a:prstGeom prst="rect">
            <a:avLst/>
          </a:prstGeom>
        </p:spPr>
        <p:txBody>
          <a:bodyPr/>
          <a:lstStyle/>
          <a:p>
            <a:r>
              <a:rPr kumimoji="1" lang="zh-CN" altLang="en-US"/>
              <a:t>单击此处编辑母版标题样式</a:t>
            </a:r>
            <a:endParaRPr kumimoji="1" lang="zh-CN" altLang="en-US" dirty="0"/>
          </a:p>
        </p:txBody>
      </p:sp>
      <p:sp>
        <p:nvSpPr>
          <p:cNvPr id="23" name="Subtitle 2"/>
          <p:cNvSpPr>
            <a:spLocks noGrp="1"/>
          </p:cNvSpPr>
          <p:nvPr>
            <p:ph type="subTitle" idx="13"/>
          </p:nvPr>
        </p:nvSpPr>
        <p:spPr>
          <a:xfrm>
            <a:off x="1021463" y="5608156"/>
            <a:ext cx="10333300" cy="360735"/>
          </a:xfrm>
          <a:prstGeom prst="rect">
            <a:avLst/>
          </a:prstGeom>
        </p:spPr>
        <p:txBody>
          <a:bodyPr anchor="ctr">
            <a:normAutofit/>
          </a:bodyPr>
          <a:lstStyle>
            <a:lvl1pPr marL="0" indent="0" algn="l">
              <a:buNone/>
              <a:defRPr sz="2000" cap="none" baseline="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81193" y="4395677"/>
            <a:ext cx="11029616" cy="566738"/>
          </a:xfrm>
          <a:prstGeom prst="rect">
            <a:avLst/>
          </a:prstGeom>
        </p:spPr>
        <p:txBody>
          <a:bodyPr anchor="b">
            <a:normAutofit/>
          </a:bodyPr>
          <a:lstStyle>
            <a:lvl1pPr algn="l">
              <a:defRPr sz="2400" b="0">
                <a:solidFill>
                  <a:schemeClr val="accent1"/>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447817" y="599725"/>
            <a:ext cx="11290859" cy="3557252"/>
          </a:xfrm>
          <a:prstGeom prst="rect">
            <a:avLst/>
          </a:prstGeo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581193" y="4962417"/>
            <a:ext cx="11029617" cy="598671"/>
          </a:xfrm>
          <a:prstGeom prst="rect">
            <a:avLst/>
          </a:prstGeo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9895559-B5C9-44B2-B309-9E110ED03028}"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3376" y="2111829"/>
            <a:ext cx="10521388" cy="3379068"/>
          </a:xfrm>
          <a:prstGeom prst="rect">
            <a:avLst/>
          </a:prstGeom>
        </p:spPr>
        <p:txBody>
          <a:bodyPr vert="eaVert" anchor="t"/>
          <a:lstStyle>
            <a:lvl1pPr algn="l">
              <a:defRPr/>
            </a:lvl1pPr>
            <a:lvl2pPr algn="l">
              <a:defRPr/>
            </a:lvl2pPr>
            <a:lvl3pPr algn="l">
              <a:defRPr/>
            </a:lvl3pPr>
            <a:lvl4pPr algn="l">
              <a:defRPr/>
            </a:lvl4pPr>
            <a:lvl5pPr algn="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895559-B5C9-44B2-B309-9E110ED03028}" type="slidenum">
              <a:rPr lang="zh-CN" altLang="en-US" smtClean="0"/>
              <a:t>‹#›</a:t>
            </a:fld>
            <a:endParaRPr lang="zh-CN" altLang="en-US"/>
          </a:p>
        </p:txBody>
      </p:sp>
      <p:sp>
        <p:nvSpPr>
          <p:cNvPr id="7" name="标题 6"/>
          <p:cNvSpPr>
            <a:spLocks noGrp="1"/>
          </p:cNvSpPr>
          <p:nvPr>
            <p:ph type="title"/>
          </p:nvPr>
        </p:nvSpPr>
        <p:spPr/>
        <p:txBody>
          <a:bodyPr/>
          <a:lstStyle/>
          <a:p>
            <a:r>
              <a:rPr kumimoji="1" lang="zh-CN" altLang="en-US"/>
              <a:t>单击此处编辑母版标题样式</a:t>
            </a:r>
            <a:endParaRPr kumimoji="1"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竖排标题与文本">
    <p:spTree>
      <p:nvGrpSpPr>
        <p:cNvPr id="1" name=""/>
        <p:cNvGrpSpPr/>
        <p:nvPr/>
      </p:nvGrpSpPr>
      <p:grpSpPr>
        <a:xfrm>
          <a:off x="0" y="0"/>
          <a:ext cx="0" cy="0"/>
          <a:chOff x="0" y="0"/>
          <a:chExt cx="0" cy="0"/>
        </a:xfrm>
      </p:grpSpPr>
      <p:sp>
        <p:nvSpPr>
          <p:cNvPr id="10" name="Rectangle 6"/>
          <p:cNvSpPr>
            <a:spLocks noChangeAspect="1"/>
          </p:cNvSpPr>
          <p:nvPr/>
        </p:nvSpPr>
        <p:spPr>
          <a:xfrm>
            <a:off x="8884030" y="675726"/>
            <a:ext cx="88976" cy="79183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Vertical Title 1"/>
          <p:cNvSpPr>
            <a:spLocks noGrp="1"/>
          </p:cNvSpPr>
          <p:nvPr>
            <p:ph type="title" orient="vert"/>
          </p:nvPr>
        </p:nvSpPr>
        <p:spPr>
          <a:xfrm>
            <a:off x="9169649" y="675726"/>
            <a:ext cx="1899496" cy="5183073"/>
          </a:xfrm>
          <a:prstGeom prst="rect">
            <a:avLst/>
          </a:prstGeom>
        </p:spPr>
        <p:txBody>
          <a:bodyPr vert="eaVert" anchor="b"/>
          <a:lstStyle/>
          <a:p>
            <a:r>
              <a:rPr lang="zh-CN" altLang="en-US"/>
              <a:t>单击此处编辑母版标题样式</a:t>
            </a:r>
            <a:endParaRPr lang="en-US" dirty="0"/>
          </a:p>
        </p:txBody>
      </p:sp>
      <p:sp>
        <p:nvSpPr>
          <p:cNvPr id="12" name="Vertical Text Placeholder 2"/>
          <p:cNvSpPr>
            <a:spLocks noGrp="1"/>
          </p:cNvSpPr>
          <p:nvPr>
            <p:ph type="body" orient="vert" idx="1"/>
          </p:nvPr>
        </p:nvSpPr>
        <p:spPr>
          <a:xfrm>
            <a:off x="774923" y="675726"/>
            <a:ext cx="7791611" cy="5183073"/>
          </a:xfrm>
          <a:prstGeom prst="rect">
            <a:avLst/>
          </a:prstGeom>
        </p:spPr>
        <p:txBody>
          <a:bodyPr vert="eaVert"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 name="日期占位符 1"/>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9895559-B5C9-44B2-B309-9E110ED03028}" type="slidenum">
              <a:rPr lang="zh-CN" altLang="en-US" smtClean="0"/>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grpSp>
        <p:nvGrpSpPr>
          <p:cNvPr id="25" name="组合 24"/>
          <p:cNvGrpSpPr/>
          <p:nvPr/>
        </p:nvGrpSpPr>
        <p:grpSpPr>
          <a:xfrm>
            <a:off x="599225" y="1736370"/>
            <a:ext cx="10993549" cy="1903301"/>
            <a:chOff x="599225" y="1921565"/>
            <a:chExt cx="10993549" cy="1903301"/>
          </a:xfrm>
        </p:grpSpPr>
        <p:sp>
          <p:nvSpPr>
            <p:cNvPr id="22" name="矩形 21"/>
            <p:cNvSpPr/>
            <p:nvPr userDrawn="1"/>
          </p:nvSpPr>
          <p:spPr>
            <a:xfrm>
              <a:off x="599225" y="1921565"/>
              <a:ext cx="10993549" cy="19033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半闭框 17"/>
            <p:cNvSpPr/>
            <p:nvPr userDrawn="1"/>
          </p:nvSpPr>
          <p:spPr>
            <a:xfrm>
              <a:off x="599225" y="1921565"/>
              <a:ext cx="821803" cy="867934"/>
            </a:xfrm>
            <a:prstGeom prst="halfFrame">
              <a:avLst>
                <a:gd name="adj1" fmla="val 23474"/>
                <a:gd name="adj2" fmla="val 23475"/>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4" name="矩形 23"/>
            <p:cNvSpPr/>
            <p:nvPr userDrawn="1"/>
          </p:nvSpPr>
          <p:spPr>
            <a:xfrm>
              <a:off x="10161778" y="3614195"/>
              <a:ext cx="1430996" cy="2106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3" name="Subtitle 2"/>
          <p:cNvSpPr>
            <a:spLocks noGrp="1"/>
          </p:cNvSpPr>
          <p:nvPr>
            <p:ph type="subTitle" idx="1"/>
          </p:nvPr>
        </p:nvSpPr>
        <p:spPr>
          <a:xfrm>
            <a:off x="963169" y="3819054"/>
            <a:ext cx="10265664" cy="1340999"/>
          </a:xfrm>
          <a:prstGeom prst="rect">
            <a:avLst/>
          </a:prstGeom>
        </p:spPr>
        <p:txBody>
          <a:bodyPr anchor="t">
            <a:normAutofit/>
          </a:bodyPr>
          <a:lstStyle>
            <a:lvl1pPr marL="0" indent="0" algn="l">
              <a:buNone/>
              <a:defRPr sz="2000" cap="none" baseline="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日期占位符 3"/>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9895559-B5C9-44B2-B309-9E110ED03028}" type="slidenum">
              <a:rPr lang="zh-CN" altLang="en-US" smtClean="0"/>
              <a:t>‹#›</a:t>
            </a:fld>
            <a:endParaRPr lang="zh-CN" altLang="en-US"/>
          </a:p>
        </p:txBody>
      </p:sp>
      <p:pic>
        <p:nvPicPr>
          <p:cNvPr id="15" name="图片 14"/>
          <p:cNvPicPr>
            <a:picLocks noChangeAspect="1"/>
          </p:cNvPicPr>
          <p:nvPr/>
        </p:nvPicPr>
        <p:blipFill>
          <a:blip r:embed="rId2"/>
          <a:stretch>
            <a:fillRect/>
          </a:stretch>
        </p:blipFill>
        <p:spPr>
          <a:xfrm>
            <a:off x="9073617" y="399620"/>
            <a:ext cx="2519157" cy="991863"/>
          </a:xfrm>
          <a:prstGeom prst="rect">
            <a:avLst/>
          </a:prstGeom>
        </p:spPr>
      </p:pic>
      <p:sp>
        <p:nvSpPr>
          <p:cNvPr id="9" name="标题 8"/>
          <p:cNvSpPr>
            <a:spLocks noGrp="1"/>
          </p:cNvSpPr>
          <p:nvPr>
            <p:ph type="title"/>
          </p:nvPr>
        </p:nvSpPr>
        <p:spPr>
          <a:xfrm>
            <a:off x="963167" y="2023572"/>
            <a:ext cx="10265664" cy="1325563"/>
          </a:xfrm>
        </p:spPr>
        <p:txBody>
          <a:bodyPr anchor="b">
            <a:normAutofit/>
          </a:bodyPr>
          <a:lstStyle>
            <a:lvl1pPr>
              <a:defRPr lang="zh-CN" altLang="en-US" sz="3600" b="0" kern="1200" cap="none" baseline="0" dirty="0">
                <a:solidFill>
                  <a:srgbClr val="660874"/>
                </a:solidFill>
                <a:latin typeface="+mj-lt"/>
                <a:ea typeface="+mj-ea"/>
                <a:cs typeface="+mj-cs"/>
              </a:defRPr>
            </a:lvl1pPr>
          </a:lstStyle>
          <a:p>
            <a:r>
              <a:rPr kumimoji="1" lang="zh-CN" altLang="en-US"/>
              <a:t>单击此处编辑母版标题样式</a:t>
            </a:r>
            <a:endParaRPr kumimoji="1"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9895559-B5C9-44B2-B309-9E110ED03028}" type="slidenum">
              <a:rPr lang="zh-CN" altLang="en-US" smtClean="0"/>
              <a:t>‹#›</a:t>
            </a:fld>
            <a:endParaRPr lang="zh-CN" altLang="en-US"/>
          </a:p>
        </p:txBody>
      </p:sp>
      <p:sp>
        <p:nvSpPr>
          <p:cNvPr id="16" name="文本占位符 11"/>
          <p:cNvSpPr>
            <a:spLocks noGrp="1"/>
          </p:cNvSpPr>
          <p:nvPr>
            <p:ph type="body" idx="1"/>
          </p:nvPr>
        </p:nvSpPr>
        <p:spPr>
          <a:xfrm>
            <a:off x="838200" y="1825625"/>
            <a:ext cx="10515600" cy="3682546"/>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endParaRPr kumimoji="1" lang="zh-CN" altLang="en-US" dirty="0"/>
          </a:p>
        </p:txBody>
      </p:sp>
      <p:sp>
        <p:nvSpPr>
          <p:cNvPr id="9" name="标题 8"/>
          <p:cNvSpPr>
            <a:spLocks noGrp="1"/>
          </p:cNvSpPr>
          <p:nvPr>
            <p:ph type="title"/>
          </p:nvPr>
        </p:nvSpPr>
        <p:spPr/>
        <p:txBody>
          <a:bodyPr/>
          <a:lstStyle/>
          <a:p>
            <a:r>
              <a:rPr kumimoji="1" lang="zh-CN" altLang="en-US"/>
              <a:t>单击此处编辑母版标题样式</a:t>
            </a:r>
            <a:endParaRPr kumimoji="1"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目录">
    <p:spTree>
      <p:nvGrpSpPr>
        <p:cNvPr id="1" name=""/>
        <p:cNvGrpSpPr/>
        <p:nvPr/>
      </p:nvGrpSpPr>
      <p:grpSpPr>
        <a:xfrm>
          <a:off x="0" y="0"/>
          <a:ext cx="0" cy="0"/>
          <a:chOff x="0" y="0"/>
          <a:chExt cx="0" cy="0"/>
        </a:xfrm>
      </p:grpSpPr>
      <p:sp>
        <p:nvSpPr>
          <p:cNvPr id="11" name="Content Placeholder 2"/>
          <p:cNvSpPr>
            <a:spLocks noGrp="1"/>
          </p:cNvSpPr>
          <p:nvPr>
            <p:ph idx="1"/>
          </p:nvPr>
        </p:nvSpPr>
        <p:spPr>
          <a:xfrm>
            <a:off x="1431883" y="2118167"/>
            <a:ext cx="10178926" cy="3602477"/>
          </a:xfrm>
          <a:prstGeom prst="rect">
            <a:avLst/>
          </a:prstGeom>
        </p:spPr>
        <p:txBody>
          <a:bodyPr anchor="ctr">
            <a:normAutofit/>
          </a:bodyPr>
          <a:lstStyle>
            <a:lvl1pPr algn="l">
              <a:defRPr sz="3200"/>
            </a:lvl1pPr>
            <a:lvl2pPr algn="l">
              <a:defRPr sz="2800"/>
            </a:lvl2pPr>
            <a:lvl3pPr algn="l">
              <a:defRPr sz="2400"/>
            </a:lvl3pPr>
            <a:lvl4pPr algn="l">
              <a:defRPr sz="2000"/>
            </a:lvl4pPr>
            <a:lvl5pPr algn="l">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3" name="Date Placeholder 3"/>
          <p:cNvSpPr>
            <a:spLocks noGrp="1"/>
          </p:cNvSpPr>
          <p:nvPr>
            <p:ph type="dt" sz="half" idx="10"/>
          </p:nvPr>
        </p:nvSpPr>
        <p:spPr>
          <a:xfrm>
            <a:off x="7605951" y="5597317"/>
            <a:ext cx="2844799" cy="365125"/>
          </a:xfrm>
        </p:spPr>
        <p:txBody>
          <a:bodyPr/>
          <a:lstStyle/>
          <a:p>
            <a:fld id="{37B3879E-DE3F-46AE-9601-CEC617E45663}" type="datetimeFigureOut">
              <a:rPr lang="zh-CN" altLang="en-US" smtClean="0"/>
              <a:t>2025/11/29</a:t>
            </a:fld>
            <a:endParaRPr lang="zh-CN" altLang="en-US"/>
          </a:p>
        </p:txBody>
      </p:sp>
      <p:sp>
        <p:nvSpPr>
          <p:cNvPr id="16" name="Footer Placeholder 4"/>
          <p:cNvSpPr>
            <a:spLocks noGrp="1"/>
          </p:cNvSpPr>
          <p:nvPr>
            <p:ph type="ftr" sz="quarter" idx="11"/>
          </p:nvPr>
        </p:nvSpPr>
        <p:spPr>
          <a:xfrm>
            <a:off x="1431882" y="5592991"/>
            <a:ext cx="6066519" cy="365125"/>
          </a:xfrm>
        </p:spPr>
        <p:txBody>
          <a:bodyPr/>
          <a:lstStyle/>
          <a:p>
            <a:endParaRPr lang="zh-CN" altLang="en-US"/>
          </a:p>
        </p:txBody>
      </p:sp>
      <p:sp>
        <p:nvSpPr>
          <p:cNvPr id="17" name="Slide Number Placeholder 5"/>
          <p:cNvSpPr>
            <a:spLocks noGrp="1"/>
          </p:cNvSpPr>
          <p:nvPr>
            <p:ph type="sldNum" sz="quarter" idx="12"/>
          </p:nvPr>
        </p:nvSpPr>
        <p:spPr>
          <a:xfrm>
            <a:off x="10558300" y="5597317"/>
            <a:ext cx="1052508" cy="365125"/>
          </a:xfrm>
        </p:spPr>
        <p:txBody>
          <a:bodyPr/>
          <a:lstStyle/>
          <a:p>
            <a:fld id="{A9895559-B5C9-44B2-B309-9E110ED03028}" type="slidenum">
              <a:rPr lang="zh-CN" altLang="en-US" smtClean="0"/>
              <a:t>‹#›</a:t>
            </a:fld>
            <a:endParaRPr lang="zh-CN" altLang="en-US"/>
          </a:p>
        </p:txBody>
      </p:sp>
      <p:sp>
        <p:nvSpPr>
          <p:cNvPr id="18" name="Title 1"/>
          <p:cNvSpPr>
            <a:spLocks noGrp="1"/>
          </p:cNvSpPr>
          <p:nvPr>
            <p:ph type="title"/>
          </p:nvPr>
        </p:nvSpPr>
        <p:spPr>
          <a:xfrm>
            <a:off x="1431882" y="490438"/>
            <a:ext cx="10178925" cy="1351451"/>
          </a:xfrm>
          <a:prstGeom prst="rect">
            <a:avLst/>
          </a:prstGeom>
        </p:spPr>
        <p:txBody>
          <a:bodyPr anchor="ctr">
            <a:normAutofit/>
          </a:bodyPr>
          <a:lstStyle>
            <a:lvl1pPr algn="l">
              <a:defRPr sz="3600"/>
            </a:lvl1pPr>
          </a:lstStyle>
          <a:p>
            <a:r>
              <a:rPr lang="zh-CN" altLang="en-US"/>
              <a:t>单击此处编辑母版标题样式</a:t>
            </a:r>
            <a:endParaRPr lang="en-US" dirty="0"/>
          </a:p>
        </p:txBody>
      </p:sp>
      <p:sp>
        <p:nvSpPr>
          <p:cNvPr id="21" name="Rectangle 8"/>
          <p:cNvSpPr/>
          <p:nvPr/>
        </p:nvSpPr>
        <p:spPr>
          <a:xfrm rot="5400000">
            <a:off x="-2692137" y="3263038"/>
            <a:ext cx="6858000" cy="33192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节标题">
    <p:spTree>
      <p:nvGrpSpPr>
        <p:cNvPr id="1" name=""/>
        <p:cNvGrpSpPr/>
        <p:nvPr/>
      </p:nvGrpSpPr>
      <p:grpSpPr>
        <a:xfrm>
          <a:off x="0" y="0"/>
          <a:ext cx="0" cy="0"/>
          <a:chOff x="0" y="0"/>
          <a:chExt cx="0" cy="0"/>
        </a:xfrm>
      </p:grpSpPr>
      <p:grpSp>
        <p:nvGrpSpPr>
          <p:cNvPr id="9" name="组合 8"/>
          <p:cNvGrpSpPr/>
          <p:nvPr/>
        </p:nvGrpSpPr>
        <p:grpSpPr>
          <a:xfrm>
            <a:off x="599225" y="1736370"/>
            <a:ext cx="10993549" cy="1903301"/>
            <a:chOff x="599225" y="1921565"/>
            <a:chExt cx="10993549" cy="1903301"/>
          </a:xfrm>
        </p:grpSpPr>
        <p:sp>
          <p:nvSpPr>
            <p:cNvPr id="10" name="矩形 9"/>
            <p:cNvSpPr/>
            <p:nvPr userDrawn="1"/>
          </p:nvSpPr>
          <p:spPr>
            <a:xfrm>
              <a:off x="599225" y="1921565"/>
              <a:ext cx="10993549" cy="19033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p:cNvSpPr/>
            <p:nvPr userDrawn="1"/>
          </p:nvSpPr>
          <p:spPr>
            <a:xfrm>
              <a:off x="599227" y="1921566"/>
              <a:ext cx="192900" cy="1903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25" name="Subtitle 2"/>
          <p:cNvSpPr>
            <a:spLocks noGrp="1"/>
          </p:cNvSpPr>
          <p:nvPr>
            <p:ph type="subTitle" idx="1"/>
          </p:nvPr>
        </p:nvSpPr>
        <p:spPr>
          <a:xfrm>
            <a:off x="963169" y="3830629"/>
            <a:ext cx="10265664" cy="1340999"/>
          </a:xfrm>
          <a:prstGeom prst="rect">
            <a:avLst/>
          </a:prstGeom>
        </p:spPr>
        <p:txBody>
          <a:bodyPr anchor="t">
            <a:normAutofit/>
          </a:bodyPr>
          <a:lstStyle>
            <a:lvl1pPr marL="0" indent="0" algn="l">
              <a:buNone/>
              <a:defRPr sz="2000" cap="none" baseline="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27" name="日期占位符 10"/>
          <p:cNvSpPr>
            <a:spLocks noGrp="1"/>
          </p:cNvSpPr>
          <p:nvPr>
            <p:ph type="dt" sz="half" idx="10"/>
          </p:nvPr>
        </p:nvSpPr>
        <p:spPr>
          <a:xfrm>
            <a:off x="7523545" y="5597323"/>
            <a:ext cx="2523280" cy="365125"/>
          </a:xfrm>
        </p:spPr>
        <p:txBody>
          <a:bodyPr/>
          <a:lstStyle/>
          <a:p>
            <a:fld id="{37B3879E-DE3F-46AE-9601-CEC617E45663}" type="datetimeFigureOut">
              <a:rPr lang="zh-CN" altLang="en-US" smtClean="0"/>
              <a:t>2025/11/29</a:t>
            </a:fld>
            <a:endParaRPr lang="zh-CN" altLang="en-US"/>
          </a:p>
        </p:txBody>
      </p:sp>
      <p:sp>
        <p:nvSpPr>
          <p:cNvPr id="28" name="页脚占位符 11"/>
          <p:cNvSpPr>
            <a:spLocks noGrp="1"/>
          </p:cNvSpPr>
          <p:nvPr>
            <p:ph type="ftr" sz="quarter" idx="11"/>
          </p:nvPr>
        </p:nvSpPr>
        <p:spPr>
          <a:xfrm>
            <a:off x="833377" y="5592997"/>
            <a:ext cx="6585500" cy="365125"/>
          </a:xfrm>
        </p:spPr>
        <p:txBody>
          <a:bodyPr/>
          <a:lstStyle/>
          <a:p>
            <a:endParaRPr lang="zh-CN" altLang="en-US"/>
          </a:p>
        </p:txBody>
      </p:sp>
      <p:sp>
        <p:nvSpPr>
          <p:cNvPr id="29" name="灯片编号占位符 12"/>
          <p:cNvSpPr>
            <a:spLocks noGrp="1"/>
          </p:cNvSpPr>
          <p:nvPr>
            <p:ph type="sldNum" sz="quarter" idx="12"/>
          </p:nvPr>
        </p:nvSpPr>
        <p:spPr>
          <a:xfrm>
            <a:off x="10151493" y="5597323"/>
            <a:ext cx="1203271" cy="365125"/>
          </a:xfrm>
        </p:spPr>
        <p:txBody>
          <a:bodyPr/>
          <a:lstStyle/>
          <a:p>
            <a:fld id="{A9895559-B5C9-44B2-B309-9E110ED03028}" type="slidenum">
              <a:rPr lang="zh-CN" altLang="en-US" smtClean="0"/>
              <a:t>‹#›</a:t>
            </a:fld>
            <a:endParaRPr lang="zh-CN" altLang="en-US"/>
          </a:p>
        </p:txBody>
      </p:sp>
      <p:sp>
        <p:nvSpPr>
          <p:cNvPr id="3" name="标题 2"/>
          <p:cNvSpPr>
            <a:spLocks noGrp="1"/>
          </p:cNvSpPr>
          <p:nvPr>
            <p:ph type="title"/>
          </p:nvPr>
        </p:nvSpPr>
        <p:spPr>
          <a:xfrm>
            <a:off x="963169" y="1909598"/>
            <a:ext cx="10265664" cy="1556843"/>
          </a:xfrm>
        </p:spPr>
        <p:txBody>
          <a:bodyPr>
            <a:normAutofit/>
          </a:bodyPr>
          <a:lstStyle>
            <a:lvl1pPr>
              <a:defRPr sz="3600"/>
            </a:lvl1pPr>
          </a:lstStyle>
          <a:p>
            <a:r>
              <a:rPr kumimoji="1" lang="zh-CN" altLang="en-US"/>
              <a:t>单击此处编辑母版标题样式</a:t>
            </a:r>
            <a:endParaRPr kumimoji="1"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81194" y="2228005"/>
            <a:ext cx="5422391" cy="3242630"/>
          </a:xfrm>
          <a:prstGeom prst="rect">
            <a:avLst/>
          </a:prstGeo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88417" y="2228005"/>
            <a:ext cx="5422392" cy="3242630"/>
          </a:xfrm>
          <a:prstGeom prst="rect">
            <a:avLst/>
          </a:prstGeo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9895559-B5C9-44B2-B309-9E110ED03028}" type="slidenum">
              <a:rPr lang="zh-CN" altLang="en-US" smtClean="0"/>
              <a:t>‹#›</a:t>
            </a:fld>
            <a:endParaRPr lang="zh-CN" altLang="en-US"/>
          </a:p>
        </p:txBody>
      </p:sp>
      <p:sp>
        <p:nvSpPr>
          <p:cNvPr id="8" name="标题 7"/>
          <p:cNvSpPr>
            <a:spLocks noGrp="1"/>
          </p:cNvSpPr>
          <p:nvPr>
            <p:ph type="title"/>
          </p:nvPr>
        </p:nvSpPr>
        <p:spPr/>
        <p:txBody>
          <a:bodyPr/>
          <a:lstStyle/>
          <a:p>
            <a:r>
              <a:rPr kumimoji="1" lang="zh-CN" altLang="en-US"/>
              <a:t>单击此处编辑母版标题样式</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87220" y="1840986"/>
            <a:ext cx="5087075" cy="536005"/>
          </a:xfrm>
          <a:prstGeom prst="rect">
            <a:avLst/>
          </a:prstGeo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581195" y="2516146"/>
            <a:ext cx="5393100" cy="2934999"/>
          </a:xfrm>
          <a:prstGeom prst="rect">
            <a:avLst/>
          </a:prstGeo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523737" y="1840986"/>
            <a:ext cx="5087073" cy="553373"/>
          </a:xfrm>
          <a:prstGeom prst="rect">
            <a:avLst/>
          </a:prstGeo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217710" y="2516146"/>
            <a:ext cx="5393100" cy="2934999"/>
          </a:xfrm>
          <a:prstGeom prst="rect">
            <a:avLst/>
          </a:prstGeo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9895559-B5C9-44B2-B309-9E110ED03028}" type="slidenum">
              <a:rPr lang="zh-CN" altLang="en-US" smtClean="0"/>
              <a:t>‹#›</a:t>
            </a:fld>
            <a:endParaRPr lang="zh-CN" altLang="en-US"/>
          </a:p>
        </p:txBody>
      </p:sp>
      <p:sp>
        <p:nvSpPr>
          <p:cNvPr id="10" name="标题 9"/>
          <p:cNvSpPr>
            <a:spLocks noGrp="1"/>
          </p:cNvSpPr>
          <p:nvPr>
            <p:ph type="title"/>
          </p:nvPr>
        </p:nvSpPr>
        <p:spPr/>
        <p:txBody>
          <a:bodyPr/>
          <a:lstStyle/>
          <a:p>
            <a:r>
              <a:rPr kumimoji="1" lang="zh-CN" altLang="en-US"/>
              <a:t>单击此处编辑母版标题样式</a:t>
            </a:r>
            <a:endParaRPr kumimoji="1"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9895559-B5C9-44B2-B309-9E110ED03028}" type="slidenum">
              <a:rPr lang="zh-CN" altLang="en-US" smtClean="0"/>
              <a:t>‹#›</a:t>
            </a:fld>
            <a:endParaRPr lang="zh-CN" altLang="en-US"/>
          </a:p>
        </p:txBody>
      </p:sp>
      <p:sp>
        <p:nvSpPr>
          <p:cNvPr id="6" name="标题 5"/>
          <p:cNvSpPr>
            <a:spLocks noGrp="1"/>
          </p:cNvSpPr>
          <p:nvPr>
            <p:ph type="title"/>
          </p:nvPr>
        </p:nvSpPr>
        <p:spPr/>
        <p:txBody>
          <a:bodyPr/>
          <a:lstStyle/>
          <a:p>
            <a:r>
              <a:rPr kumimoji="1" lang="zh-CN" altLang="en-US"/>
              <a:t>单击此处编辑母版标题样式</a:t>
            </a:r>
            <a:endParaRPr kumimoji="1"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9895559-B5C9-44B2-B309-9E110ED03028}" type="slidenum">
              <a:rPr lang="zh-CN" altLang="en-US" smtClean="0"/>
              <a:t>‹#›</a:t>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内容与标题">
    <p:spTree>
      <p:nvGrpSpPr>
        <p:cNvPr id="1" name=""/>
        <p:cNvGrpSpPr/>
        <p:nvPr/>
      </p:nvGrpSpPr>
      <p:grpSpPr>
        <a:xfrm>
          <a:off x="0" y="0"/>
          <a:ext cx="0" cy="0"/>
          <a:chOff x="0" y="0"/>
          <a:chExt cx="0" cy="0"/>
        </a:xfrm>
      </p:grpSpPr>
      <p:sp>
        <p:nvSpPr>
          <p:cNvPr id="10" name="Rectangle 7"/>
          <p:cNvSpPr>
            <a:spLocks noChangeAspect="1"/>
          </p:cNvSpPr>
          <p:nvPr/>
        </p:nvSpPr>
        <p:spPr>
          <a:xfrm>
            <a:off x="447816" y="4914808"/>
            <a:ext cx="385561" cy="10322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447816" y="601200"/>
            <a:ext cx="11292840" cy="4204800"/>
          </a:xfrm>
          <a:prstGeom prst="rect">
            <a:avLst/>
          </a:prstGeo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3" name="日期占位符 12"/>
          <p:cNvSpPr>
            <a:spLocks noGrp="1"/>
          </p:cNvSpPr>
          <p:nvPr>
            <p:ph type="dt" sz="half" idx="10"/>
          </p:nvPr>
        </p:nvSpPr>
        <p:spPr>
          <a:xfrm>
            <a:off x="7523545" y="6054522"/>
            <a:ext cx="2523280" cy="365125"/>
          </a:xfrm>
        </p:spPr>
        <p:txBody>
          <a:bodyPr/>
          <a:lstStyle/>
          <a:p>
            <a:fld id="{37B3879E-DE3F-46AE-9601-CEC617E45663}" type="datetimeFigureOut">
              <a:rPr lang="zh-CN" altLang="en-US" smtClean="0"/>
              <a:t>2025/11/29</a:t>
            </a:fld>
            <a:endParaRPr lang="zh-CN" altLang="en-US"/>
          </a:p>
        </p:txBody>
      </p:sp>
      <p:sp>
        <p:nvSpPr>
          <p:cNvPr id="14" name="页脚占位符 13"/>
          <p:cNvSpPr>
            <a:spLocks noGrp="1"/>
          </p:cNvSpPr>
          <p:nvPr>
            <p:ph type="ftr" sz="quarter" idx="11"/>
          </p:nvPr>
        </p:nvSpPr>
        <p:spPr>
          <a:xfrm>
            <a:off x="833377" y="6054522"/>
            <a:ext cx="6585500" cy="360799"/>
          </a:xfrm>
        </p:spPr>
        <p:txBody>
          <a:bodyPr/>
          <a:lstStyle/>
          <a:p>
            <a:endParaRPr lang="zh-CN" altLang="en-US"/>
          </a:p>
        </p:txBody>
      </p:sp>
      <p:sp>
        <p:nvSpPr>
          <p:cNvPr id="15" name="灯片编号占位符 14"/>
          <p:cNvSpPr>
            <a:spLocks noGrp="1"/>
          </p:cNvSpPr>
          <p:nvPr>
            <p:ph type="sldNum" sz="quarter" idx="12"/>
          </p:nvPr>
        </p:nvSpPr>
        <p:spPr>
          <a:xfrm>
            <a:off x="10151493" y="6054522"/>
            <a:ext cx="1203271" cy="365125"/>
          </a:xfrm>
        </p:spPr>
        <p:txBody>
          <a:bodyPr/>
          <a:lstStyle/>
          <a:p>
            <a:fld id="{A9895559-B5C9-44B2-B309-9E110ED03028}" type="slidenum">
              <a:rPr lang="zh-CN" altLang="en-US" smtClean="0"/>
              <a:t>‹#›</a:t>
            </a:fld>
            <a:endParaRPr lang="zh-CN" altLang="en-US"/>
          </a:p>
        </p:txBody>
      </p:sp>
      <p:sp>
        <p:nvSpPr>
          <p:cNvPr id="16" name="标题 15"/>
          <p:cNvSpPr>
            <a:spLocks noGrp="1"/>
          </p:cNvSpPr>
          <p:nvPr>
            <p:ph type="title"/>
          </p:nvPr>
        </p:nvSpPr>
        <p:spPr>
          <a:xfrm>
            <a:off x="1021463" y="4913486"/>
            <a:ext cx="10333301" cy="609039"/>
          </a:xfrm>
          <a:prstGeom prst="rect">
            <a:avLst/>
          </a:prstGeom>
        </p:spPr>
        <p:txBody>
          <a:bodyPr/>
          <a:lstStyle/>
          <a:p>
            <a:r>
              <a:rPr kumimoji="1" lang="zh-CN" altLang="en-US"/>
              <a:t>单击此处编辑母版标题样式</a:t>
            </a:r>
            <a:endParaRPr kumimoji="1" lang="zh-CN" altLang="en-US" dirty="0"/>
          </a:p>
        </p:txBody>
      </p:sp>
      <p:sp>
        <p:nvSpPr>
          <p:cNvPr id="23" name="Subtitle 2"/>
          <p:cNvSpPr>
            <a:spLocks noGrp="1"/>
          </p:cNvSpPr>
          <p:nvPr>
            <p:ph type="subTitle" idx="13"/>
          </p:nvPr>
        </p:nvSpPr>
        <p:spPr>
          <a:xfrm>
            <a:off x="1021463" y="5608156"/>
            <a:ext cx="10333300" cy="360735"/>
          </a:xfrm>
          <a:prstGeom prst="rect">
            <a:avLst/>
          </a:prstGeom>
        </p:spPr>
        <p:txBody>
          <a:bodyPr anchor="ctr">
            <a:normAutofit/>
          </a:bodyPr>
          <a:lstStyle>
            <a:lvl1pPr marL="0" indent="0" algn="l">
              <a:buNone/>
              <a:defRPr sz="2000" cap="none" baseline="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81193" y="4395677"/>
            <a:ext cx="11029616" cy="566738"/>
          </a:xfrm>
          <a:prstGeom prst="rect">
            <a:avLst/>
          </a:prstGeom>
        </p:spPr>
        <p:txBody>
          <a:bodyPr anchor="b">
            <a:normAutofit/>
          </a:bodyPr>
          <a:lstStyle>
            <a:lvl1pPr algn="l">
              <a:defRPr sz="2400" b="0">
                <a:solidFill>
                  <a:schemeClr val="accent1"/>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447817" y="599725"/>
            <a:ext cx="11290859" cy="3557252"/>
          </a:xfrm>
          <a:prstGeom prst="rect">
            <a:avLst/>
          </a:prstGeo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581193" y="4962417"/>
            <a:ext cx="11029617" cy="598671"/>
          </a:xfrm>
          <a:prstGeom prst="rect">
            <a:avLst/>
          </a:prstGeo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9895559-B5C9-44B2-B309-9E110ED03028}" type="slidenum">
              <a:rPr lang="zh-CN" altLang="en-US" smtClean="0"/>
              <a:t>‹#›</a:t>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3376" y="2111829"/>
            <a:ext cx="10521388" cy="3379068"/>
          </a:xfrm>
          <a:prstGeom prst="rect">
            <a:avLst/>
          </a:prstGeom>
        </p:spPr>
        <p:txBody>
          <a:bodyPr vert="eaVert" anchor="t"/>
          <a:lstStyle>
            <a:lvl1pPr algn="l">
              <a:defRPr/>
            </a:lvl1pPr>
            <a:lvl2pPr algn="l">
              <a:defRPr/>
            </a:lvl2pPr>
            <a:lvl3pPr algn="l">
              <a:defRPr/>
            </a:lvl3pPr>
            <a:lvl4pPr algn="l">
              <a:defRPr/>
            </a:lvl4pPr>
            <a:lvl5pPr algn="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895559-B5C9-44B2-B309-9E110ED03028}" type="slidenum">
              <a:rPr lang="zh-CN" altLang="en-US" smtClean="0"/>
              <a:t>‹#›</a:t>
            </a:fld>
            <a:endParaRPr lang="zh-CN" altLang="en-US"/>
          </a:p>
        </p:txBody>
      </p:sp>
      <p:sp>
        <p:nvSpPr>
          <p:cNvPr id="7" name="标题 6"/>
          <p:cNvSpPr>
            <a:spLocks noGrp="1"/>
          </p:cNvSpPr>
          <p:nvPr>
            <p:ph type="title"/>
          </p:nvPr>
        </p:nvSpPr>
        <p:spPr/>
        <p:txBody>
          <a:bodyPr/>
          <a:lstStyle/>
          <a:p>
            <a:r>
              <a:rPr kumimoji="1" lang="zh-CN" altLang="en-US"/>
              <a:t>单击此处编辑母版标题样式</a:t>
            </a:r>
            <a:endParaRPr kumimoji="1" lang="zh-CN" alt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竖排标题与文本">
    <p:spTree>
      <p:nvGrpSpPr>
        <p:cNvPr id="1" name=""/>
        <p:cNvGrpSpPr/>
        <p:nvPr/>
      </p:nvGrpSpPr>
      <p:grpSpPr>
        <a:xfrm>
          <a:off x="0" y="0"/>
          <a:ext cx="0" cy="0"/>
          <a:chOff x="0" y="0"/>
          <a:chExt cx="0" cy="0"/>
        </a:xfrm>
      </p:grpSpPr>
      <p:sp>
        <p:nvSpPr>
          <p:cNvPr id="10" name="Rectangle 6"/>
          <p:cNvSpPr>
            <a:spLocks noChangeAspect="1"/>
          </p:cNvSpPr>
          <p:nvPr/>
        </p:nvSpPr>
        <p:spPr>
          <a:xfrm>
            <a:off x="8884030" y="675726"/>
            <a:ext cx="88976" cy="79183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Vertical Title 1"/>
          <p:cNvSpPr>
            <a:spLocks noGrp="1"/>
          </p:cNvSpPr>
          <p:nvPr>
            <p:ph type="title" orient="vert"/>
          </p:nvPr>
        </p:nvSpPr>
        <p:spPr>
          <a:xfrm>
            <a:off x="9169649" y="675726"/>
            <a:ext cx="1899496" cy="5183073"/>
          </a:xfrm>
          <a:prstGeom prst="rect">
            <a:avLst/>
          </a:prstGeom>
        </p:spPr>
        <p:txBody>
          <a:bodyPr vert="eaVert" anchor="b"/>
          <a:lstStyle/>
          <a:p>
            <a:r>
              <a:rPr lang="zh-CN" altLang="en-US"/>
              <a:t>单击此处编辑母版标题样式</a:t>
            </a:r>
            <a:endParaRPr lang="en-US" dirty="0"/>
          </a:p>
        </p:txBody>
      </p:sp>
      <p:sp>
        <p:nvSpPr>
          <p:cNvPr id="12" name="Vertical Text Placeholder 2"/>
          <p:cNvSpPr>
            <a:spLocks noGrp="1"/>
          </p:cNvSpPr>
          <p:nvPr>
            <p:ph type="body" orient="vert" idx="1"/>
          </p:nvPr>
        </p:nvSpPr>
        <p:spPr>
          <a:xfrm>
            <a:off x="774923" y="675726"/>
            <a:ext cx="7791611" cy="5183073"/>
          </a:xfrm>
          <a:prstGeom prst="rect">
            <a:avLst/>
          </a:prstGeom>
        </p:spPr>
        <p:txBody>
          <a:bodyPr vert="eaVert"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 name="日期占位符 1"/>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9895559-B5C9-44B2-B309-9E110ED03028}" type="slidenum">
              <a:rPr lang="zh-CN" altLang="en-US" smtClean="0"/>
              <a:t>‹#›</a:t>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grpSp>
        <p:nvGrpSpPr>
          <p:cNvPr id="25" name="组合 24"/>
          <p:cNvGrpSpPr/>
          <p:nvPr/>
        </p:nvGrpSpPr>
        <p:grpSpPr>
          <a:xfrm>
            <a:off x="599225" y="1736370"/>
            <a:ext cx="10993549" cy="1903301"/>
            <a:chOff x="599225" y="1921565"/>
            <a:chExt cx="10993549" cy="1903301"/>
          </a:xfrm>
        </p:grpSpPr>
        <p:sp>
          <p:nvSpPr>
            <p:cNvPr id="22" name="矩形 21"/>
            <p:cNvSpPr/>
            <p:nvPr userDrawn="1"/>
          </p:nvSpPr>
          <p:spPr>
            <a:xfrm>
              <a:off x="599225" y="1921565"/>
              <a:ext cx="10993549" cy="19033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半闭框 17"/>
            <p:cNvSpPr/>
            <p:nvPr userDrawn="1"/>
          </p:nvSpPr>
          <p:spPr>
            <a:xfrm>
              <a:off x="599225" y="1921565"/>
              <a:ext cx="821803" cy="867934"/>
            </a:xfrm>
            <a:prstGeom prst="halfFrame">
              <a:avLst>
                <a:gd name="adj1" fmla="val 23474"/>
                <a:gd name="adj2" fmla="val 23475"/>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4" name="矩形 23"/>
            <p:cNvSpPr/>
            <p:nvPr userDrawn="1"/>
          </p:nvSpPr>
          <p:spPr>
            <a:xfrm>
              <a:off x="10161778" y="3614195"/>
              <a:ext cx="1430996" cy="2106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3" name="Subtitle 2"/>
          <p:cNvSpPr>
            <a:spLocks noGrp="1"/>
          </p:cNvSpPr>
          <p:nvPr>
            <p:ph type="subTitle" idx="1"/>
          </p:nvPr>
        </p:nvSpPr>
        <p:spPr>
          <a:xfrm>
            <a:off x="963169" y="3819054"/>
            <a:ext cx="10265664" cy="1340999"/>
          </a:xfrm>
          <a:prstGeom prst="rect">
            <a:avLst/>
          </a:prstGeom>
        </p:spPr>
        <p:txBody>
          <a:bodyPr anchor="t">
            <a:normAutofit/>
          </a:bodyPr>
          <a:lstStyle>
            <a:lvl1pPr marL="0" indent="0" algn="l">
              <a:buNone/>
              <a:defRPr sz="2000" cap="none"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pic>
        <p:nvPicPr>
          <p:cNvPr id="15" name="图片 14"/>
          <p:cNvPicPr>
            <a:picLocks noChangeAspect="1"/>
          </p:cNvPicPr>
          <p:nvPr/>
        </p:nvPicPr>
        <p:blipFill>
          <a:blip r:embed="rId2"/>
          <a:stretch>
            <a:fillRect/>
          </a:stretch>
        </p:blipFill>
        <p:spPr>
          <a:xfrm>
            <a:off x="9073617" y="399620"/>
            <a:ext cx="2519157" cy="991863"/>
          </a:xfrm>
          <a:prstGeom prst="rect">
            <a:avLst/>
          </a:prstGeom>
        </p:spPr>
      </p:pic>
      <p:sp>
        <p:nvSpPr>
          <p:cNvPr id="9" name="标题 8"/>
          <p:cNvSpPr>
            <a:spLocks noGrp="1"/>
          </p:cNvSpPr>
          <p:nvPr>
            <p:ph type="title"/>
          </p:nvPr>
        </p:nvSpPr>
        <p:spPr>
          <a:xfrm>
            <a:off x="963167" y="2023572"/>
            <a:ext cx="10265664" cy="1325563"/>
          </a:xfrm>
        </p:spPr>
        <p:txBody>
          <a:bodyPr anchor="b">
            <a:normAutofit/>
          </a:bodyPr>
          <a:lstStyle>
            <a:lvl1pPr>
              <a:defRPr lang="zh-CN" altLang="en-US" sz="6000" b="0" kern="1200" cap="none" baseline="0" dirty="0">
                <a:solidFill>
                  <a:schemeClr val="tx1"/>
                </a:solidFill>
                <a:latin typeface="+mj-lt"/>
                <a:ea typeface="+mj-ea"/>
                <a:cs typeface="+mj-cs"/>
              </a:defRPr>
            </a:lvl1pPr>
          </a:lstStyle>
          <a:p>
            <a:r>
              <a:rPr kumimoji="1" lang="zh-CN" altLang="en-US"/>
              <a:t>单击此处编辑母版标题样式</a:t>
            </a:r>
            <a:endParaRPr kumimoji="1" lang="zh-CN" altLang="en-US" dirty="0"/>
          </a:p>
        </p:txBody>
      </p:sp>
      <p:sp>
        <p:nvSpPr>
          <p:cNvPr id="12" name="副标题 2"/>
          <p:cNvSpPr txBox="1"/>
          <p:nvPr/>
        </p:nvSpPr>
        <p:spPr>
          <a:xfrm>
            <a:off x="9341020" y="6011470"/>
            <a:ext cx="2337730" cy="456220"/>
          </a:xfrm>
          <a:prstGeom prst="rect">
            <a:avLst/>
          </a:prstGeom>
        </p:spPr>
        <p:txBody>
          <a:bodyPr vert="horz" lIns="91440" tIns="45720" rIns="91440" bIns="45720" rtlCol="0">
            <a:normAutofit/>
          </a:bodyPr>
          <a:lst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400" kern="1200">
                <a:solidFill>
                  <a:schemeClr val="tx2"/>
                </a:solidFill>
                <a:latin typeface="微软雅黑" panose="020B0503020204020204" pitchFamily="34" charset="-122"/>
                <a:ea typeface="微软雅黑" panose="020B0503020204020204" pitchFamily="34" charset="-122"/>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000" kern="1200">
                <a:solidFill>
                  <a:schemeClr val="tx2"/>
                </a:solidFill>
                <a:latin typeface="微软雅黑" panose="020B0503020204020204" pitchFamily="34" charset="-122"/>
                <a:ea typeface="微软雅黑" panose="020B0503020204020204" pitchFamily="34" charset="-122"/>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微软雅黑" panose="020B0503020204020204" pitchFamily="34" charset="-122"/>
                <a:ea typeface="微软雅黑" panose="020B0503020204020204" pitchFamily="34" charset="-122"/>
                <a:cs typeface="+mn-cs"/>
              </a:defRPr>
            </a:lvl3pPr>
            <a:lvl4pPr marL="1242060"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微软雅黑" panose="020B0503020204020204" pitchFamily="34" charset="-122"/>
                <a:ea typeface="微软雅黑" panose="020B0503020204020204" pitchFamily="34" charset="-122"/>
                <a:cs typeface="+mn-cs"/>
              </a:defRPr>
            </a:lvl4pPr>
            <a:lvl5pPr marL="1602105"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微软雅黑" panose="020B0503020204020204" pitchFamily="34" charset="-122"/>
                <a:ea typeface="微软雅黑" panose="020B0503020204020204" pitchFamily="34" charset="-122"/>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64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zh-CN" altLang="en-US" sz="1600" dirty="0">
                <a:solidFill>
                  <a:schemeClr val="accent2"/>
                </a:solidFill>
              </a:rPr>
              <a:t>制作者：人名</a:t>
            </a:r>
            <a:r>
              <a:rPr lang="en-US" altLang="zh-CN" sz="1600" dirty="0">
                <a:solidFill>
                  <a:schemeClr val="accent2"/>
                </a:solidFill>
              </a:rPr>
              <a:t>/</a:t>
            </a:r>
            <a:r>
              <a:rPr lang="zh-CN" altLang="en-US" sz="1600" dirty="0">
                <a:solidFill>
                  <a:schemeClr val="accent2"/>
                </a:solidFill>
              </a:rPr>
              <a:t>单位名称</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9895559-B5C9-44B2-B309-9E110ED03028}" type="slidenum">
              <a:rPr lang="zh-CN" altLang="en-US" smtClean="0"/>
              <a:t>‹#›</a:t>
            </a:fld>
            <a:endParaRPr lang="zh-CN" altLang="en-US"/>
          </a:p>
        </p:txBody>
      </p:sp>
      <p:sp>
        <p:nvSpPr>
          <p:cNvPr id="16" name="文本占位符 11"/>
          <p:cNvSpPr>
            <a:spLocks noGrp="1"/>
          </p:cNvSpPr>
          <p:nvPr>
            <p:ph type="body" idx="1"/>
          </p:nvPr>
        </p:nvSpPr>
        <p:spPr>
          <a:xfrm>
            <a:off x="838200" y="1825625"/>
            <a:ext cx="10515600" cy="3682546"/>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endParaRPr kumimoji="1" lang="zh-CN" altLang="en-US" dirty="0"/>
          </a:p>
        </p:txBody>
      </p:sp>
      <p:sp>
        <p:nvSpPr>
          <p:cNvPr id="9" name="标题 8"/>
          <p:cNvSpPr>
            <a:spLocks noGrp="1"/>
          </p:cNvSpPr>
          <p:nvPr>
            <p:ph type="title"/>
          </p:nvPr>
        </p:nvSpPr>
        <p:spPr/>
        <p:txBody>
          <a:bodyPr>
            <a:normAutofit/>
          </a:bodyPr>
          <a:lstStyle>
            <a:lvl1pPr algn="l" defTabSz="457200" rtl="0" eaLnBrk="1" latinLnBrk="0" hangingPunct="1">
              <a:spcBef>
                <a:spcPct val="0"/>
              </a:spcBef>
              <a:buNone/>
              <a:defRPr kumimoji="1" lang="zh-CN" altLang="en-US" sz="4000" b="1" kern="1200" cap="none" baseline="0" dirty="0">
                <a:solidFill>
                  <a:schemeClr val="tx1"/>
                </a:solidFill>
                <a:latin typeface="微软雅黑" panose="020B0503020204020204" pitchFamily="34" charset="-122"/>
                <a:ea typeface="微软雅黑" panose="020B0503020204020204" pitchFamily="34" charset="-122"/>
                <a:cs typeface="+mj-cs"/>
              </a:defRPr>
            </a:lvl1pPr>
          </a:lstStyle>
          <a:p>
            <a:r>
              <a:rPr kumimoji="1" lang="zh-CN" altLang="en-US"/>
              <a:t>单击此处编辑母版标题样式</a:t>
            </a:r>
            <a:endParaRPr kumimoji="1" lang="zh-CN" alt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目录">
    <p:spTree>
      <p:nvGrpSpPr>
        <p:cNvPr id="1" name=""/>
        <p:cNvGrpSpPr/>
        <p:nvPr/>
      </p:nvGrpSpPr>
      <p:grpSpPr>
        <a:xfrm>
          <a:off x="0" y="0"/>
          <a:ext cx="0" cy="0"/>
          <a:chOff x="0" y="0"/>
          <a:chExt cx="0" cy="0"/>
        </a:xfrm>
      </p:grpSpPr>
      <p:sp>
        <p:nvSpPr>
          <p:cNvPr id="11" name="Content Placeholder 2"/>
          <p:cNvSpPr>
            <a:spLocks noGrp="1"/>
          </p:cNvSpPr>
          <p:nvPr>
            <p:ph idx="1"/>
          </p:nvPr>
        </p:nvSpPr>
        <p:spPr>
          <a:xfrm>
            <a:off x="1431883" y="2118167"/>
            <a:ext cx="10178926" cy="3602477"/>
          </a:xfrm>
          <a:prstGeom prst="rect">
            <a:avLst/>
          </a:prstGeom>
        </p:spPr>
        <p:txBody>
          <a:bodyPr anchor="ctr">
            <a:normAutofit/>
          </a:bodyPr>
          <a:lstStyle>
            <a:lvl1pPr algn="l">
              <a:defRPr sz="3200"/>
            </a:lvl1pPr>
            <a:lvl2pPr algn="l">
              <a:defRPr sz="2800"/>
            </a:lvl2pPr>
            <a:lvl3pPr algn="l">
              <a:defRPr sz="2400"/>
            </a:lvl3pPr>
            <a:lvl4pPr algn="l">
              <a:defRPr sz="2000"/>
            </a:lvl4pPr>
            <a:lvl5pPr algn="l">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3" name="Date Placeholder 3"/>
          <p:cNvSpPr>
            <a:spLocks noGrp="1"/>
          </p:cNvSpPr>
          <p:nvPr>
            <p:ph type="dt" sz="half" idx="10"/>
          </p:nvPr>
        </p:nvSpPr>
        <p:spPr>
          <a:xfrm>
            <a:off x="7605951" y="5597317"/>
            <a:ext cx="2844799" cy="365125"/>
          </a:xfrm>
        </p:spPr>
        <p:txBody>
          <a:bodyPr/>
          <a:lstStyle/>
          <a:p>
            <a:fld id="{37B3879E-DE3F-46AE-9601-CEC617E45663}" type="datetimeFigureOut">
              <a:rPr lang="zh-CN" altLang="en-US" smtClean="0"/>
              <a:t>2025/11/29</a:t>
            </a:fld>
            <a:endParaRPr lang="zh-CN" altLang="en-US"/>
          </a:p>
        </p:txBody>
      </p:sp>
      <p:sp>
        <p:nvSpPr>
          <p:cNvPr id="16" name="Footer Placeholder 4"/>
          <p:cNvSpPr>
            <a:spLocks noGrp="1"/>
          </p:cNvSpPr>
          <p:nvPr>
            <p:ph type="ftr" sz="quarter" idx="11"/>
          </p:nvPr>
        </p:nvSpPr>
        <p:spPr>
          <a:xfrm>
            <a:off x="1431882" y="5592991"/>
            <a:ext cx="6066519" cy="365125"/>
          </a:xfrm>
        </p:spPr>
        <p:txBody>
          <a:bodyPr/>
          <a:lstStyle/>
          <a:p>
            <a:endParaRPr lang="zh-CN" altLang="en-US"/>
          </a:p>
        </p:txBody>
      </p:sp>
      <p:sp>
        <p:nvSpPr>
          <p:cNvPr id="17" name="Slide Number Placeholder 5"/>
          <p:cNvSpPr>
            <a:spLocks noGrp="1"/>
          </p:cNvSpPr>
          <p:nvPr>
            <p:ph type="sldNum" sz="quarter" idx="12"/>
          </p:nvPr>
        </p:nvSpPr>
        <p:spPr>
          <a:xfrm>
            <a:off x="10558300" y="5597317"/>
            <a:ext cx="1052508" cy="365125"/>
          </a:xfrm>
        </p:spPr>
        <p:txBody>
          <a:bodyPr/>
          <a:lstStyle/>
          <a:p>
            <a:fld id="{A9895559-B5C9-44B2-B309-9E110ED03028}" type="slidenum">
              <a:rPr lang="zh-CN" altLang="en-US" smtClean="0"/>
              <a:t>‹#›</a:t>
            </a:fld>
            <a:endParaRPr lang="zh-CN" altLang="en-US"/>
          </a:p>
        </p:txBody>
      </p:sp>
      <p:sp>
        <p:nvSpPr>
          <p:cNvPr id="18" name="Title 1"/>
          <p:cNvSpPr>
            <a:spLocks noGrp="1"/>
          </p:cNvSpPr>
          <p:nvPr>
            <p:ph type="title"/>
          </p:nvPr>
        </p:nvSpPr>
        <p:spPr>
          <a:xfrm>
            <a:off x="1431882" y="490438"/>
            <a:ext cx="10178925" cy="1351451"/>
          </a:xfrm>
          <a:prstGeom prst="rect">
            <a:avLst/>
          </a:prstGeom>
        </p:spPr>
        <p:txBody>
          <a:bodyPr anchor="ctr">
            <a:normAutofit/>
          </a:bodyPr>
          <a:lstStyle>
            <a:lvl1pPr algn="l">
              <a:defRPr sz="3600"/>
            </a:lvl1pPr>
          </a:lstStyle>
          <a:p>
            <a:r>
              <a:rPr lang="zh-CN" altLang="en-US"/>
              <a:t>单击此处编辑母版标题样式</a:t>
            </a:r>
            <a:endParaRPr lang="en-US" dirty="0"/>
          </a:p>
        </p:txBody>
      </p:sp>
      <p:sp>
        <p:nvSpPr>
          <p:cNvPr id="21" name="Rectangle 8"/>
          <p:cNvSpPr/>
          <p:nvPr/>
        </p:nvSpPr>
        <p:spPr>
          <a:xfrm rot="5400000">
            <a:off x="-2692137" y="3263038"/>
            <a:ext cx="6858000" cy="33192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节标题">
    <p:spTree>
      <p:nvGrpSpPr>
        <p:cNvPr id="1" name=""/>
        <p:cNvGrpSpPr/>
        <p:nvPr/>
      </p:nvGrpSpPr>
      <p:grpSpPr>
        <a:xfrm>
          <a:off x="0" y="0"/>
          <a:ext cx="0" cy="0"/>
          <a:chOff x="0" y="0"/>
          <a:chExt cx="0" cy="0"/>
        </a:xfrm>
      </p:grpSpPr>
      <p:grpSp>
        <p:nvGrpSpPr>
          <p:cNvPr id="9" name="组合 8"/>
          <p:cNvGrpSpPr/>
          <p:nvPr/>
        </p:nvGrpSpPr>
        <p:grpSpPr>
          <a:xfrm>
            <a:off x="599225" y="1736370"/>
            <a:ext cx="10993549" cy="1903301"/>
            <a:chOff x="599225" y="1921565"/>
            <a:chExt cx="10993549" cy="1903301"/>
          </a:xfrm>
        </p:grpSpPr>
        <p:sp>
          <p:nvSpPr>
            <p:cNvPr id="10" name="矩形 9"/>
            <p:cNvSpPr/>
            <p:nvPr userDrawn="1"/>
          </p:nvSpPr>
          <p:spPr>
            <a:xfrm>
              <a:off x="599225" y="1921565"/>
              <a:ext cx="10993549" cy="19033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p:cNvSpPr/>
            <p:nvPr userDrawn="1"/>
          </p:nvSpPr>
          <p:spPr>
            <a:xfrm>
              <a:off x="599227" y="1921566"/>
              <a:ext cx="192900" cy="1903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25" name="Subtitle 2"/>
          <p:cNvSpPr>
            <a:spLocks noGrp="1"/>
          </p:cNvSpPr>
          <p:nvPr>
            <p:ph type="subTitle" idx="1"/>
          </p:nvPr>
        </p:nvSpPr>
        <p:spPr>
          <a:xfrm>
            <a:off x="963169" y="3830629"/>
            <a:ext cx="10265664" cy="1340999"/>
          </a:xfrm>
          <a:prstGeom prst="rect">
            <a:avLst/>
          </a:prstGeom>
        </p:spPr>
        <p:txBody>
          <a:bodyPr anchor="t">
            <a:normAutofit/>
          </a:bodyPr>
          <a:lstStyle>
            <a:lvl1pPr marL="0" indent="0" algn="l">
              <a:buNone/>
              <a:defRPr sz="2000" cap="none" baseline="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27" name="日期占位符 10"/>
          <p:cNvSpPr>
            <a:spLocks noGrp="1"/>
          </p:cNvSpPr>
          <p:nvPr>
            <p:ph type="dt" sz="half" idx="10"/>
          </p:nvPr>
        </p:nvSpPr>
        <p:spPr>
          <a:xfrm>
            <a:off x="7523545" y="5597323"/>
            <a:ext cx="2523280" cy="365125"/>
          </a:xfrm>
        </p:spPr>
        <p:txBody>
          <a:bodyPr/>
          <a:lstStyle/>
          <a:p>
            <a:fld id="{37B3879E-DE3F-46AE-9601-CEC617E45663}" type="datetimeFigureOut">
              <a:rPr lang="zh-CN" altLang="en-US" smtClean="0"/>
              <a:t>2025/11/29</a:t>
            </a:fld>
            <a:endParaRPr lang="zh-CN" altLang="en-US"/>
          </a:p>
        </p:txBody>
      </p:sp>
      <p:sp>
        <p:nvSpPr>
          <p:cNvPr id="28" name="页脚占位符 11"/>
          <p:cNvSpPr>
            <a:spLocks noGrp="1"/>
          </p:cNvSpPr>
          <p:nvPr>
            <p:ph type="ftr" sz="quarter" idx="11"/>
          </p:nvPr>
        </p:nvSpPr>
        <p:spPr>
          <a:xfrm>
            <a:off x="833377" y="5592997"/>
            <a:ext cx="6585500" cy="365125"/>
          </a:xfrm>
        </p:spPr>
        <p:txBody>
          <a:bodyPr/>
          <a:lstStyle/>
          <a:p>
            <a:endParaRPr lang="zh-CN" altLang="en-US"/>
          </a:p>
        </p:txBody>
      </p:sp>
      <p:sp>
        <p:nvSpPr>
          <p:cNvPr id="29" name="灯片编号占位符 12"/>
          <p:cNvSpPr>
            <a:spLocks noGrp="1"/>
          </p:cNvSpPr>
          <p:nvPr>
            <p:ph type="sldNum" sz="quarter" idx="12"/>
          </p:nvPr>
        </p:nvSpPr>
        <p:spPr>
          <a:xfrm>
            <a:off x="10151493" y="5597323"/>
            <a:ext cx="1203271" cy="365125"/>
          </a:xfrm>
        </p:spPr>
        <p:txBody>
          <a:bodyPr/>
          <a:lstStyle/>
          <a:p>
            <a:fld id="{A9895559-B5C9-44B2-B309-9E110ED03028}" type="slidenum">
              <a:rPr lang="zh-CN" altLang="en-US" smtClean="0"/>
              <a:t>‹#›</a:t>
            </a:fld>
            <a:endParaRPr lang="zh-CN" altLang="en-US"/>
          </a:p>
        </p:txBody>
      </p:sp>
      <p:sp>
        <p:nvSpPr>
          <p:cNvPr id="3" name="标题 2"/>
          <p:cNvSpPr>
            <a:spLocks noGrp="1"/>
          </p:cNvSpPr>
          <p:nvPr>
            <p:ph type="title"/>
          </p:nvPr>
        </p:nvSpPr>
        <p:spPr>
          <a:xfrm>
            <a:off x="963169" y="1909598"/>
            <a:ext cx="10265664" cy="1556843"/>
          </a:xfrm>
        </p:spPr>
        <p:txBody>
          <a:bodyPr>
            <a:normAutofit/>
          </a:bodyPr>
          <a:lstStyle>
            <a:lvl1pPr>
              <a:defRPr sz="3600"/>
            </a:lvl1pPr>
          </a:lstStyle>
          <a:p>
            <a:r>
              <a:rPr kumimoji="1" lang="zh-CN" altLang="en-US"/>
              <a:t>单击此处编辑母版标题样式</a:t>
            </a:r>
            <a:endParaRPr kumimoji="1" lang="zh-CN" alt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81194" y="2228005"/>
            <a:ext cx="5422391" cy="3242630"/>
          </a:xfrm>
          <a:prstGeom prst="rect">
            <a:avLst/>
          </a:prstGeo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88417" y="2228005"/>
            <a:ext cx="5422392" cy="3242630"/>
          </a:xfrm>
          <a:prstGeom prst="rect">
            <a:avLst/>
          </a:prstGeo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9895559-B5C9-44B2-B309-9E110ED03028}" type="slidenum">
              <a:rPr lang="zh-CN" altLang="en-US" smtClean="0"/>
              <a:t>‹#›</a:t>
            </a:fld>
            <a:endParaRPr lang="zh-CN" altLang="en-US"/>
          </a:p>
        </p:txBody>
      </p:sp>
      <p:sp>
        <p:nvSpPr>
          <p:cNvPr id="8" name="标题 7"/>
          <p:cNvSpPr>
            <a:spLocks noGrp="1"/>
          </p:cNvSpPr>
          <p:nvPr>
            <p:ph type="title"/>
          </p:nvPr>
        </p:nvSpPr>
        <p:spPr/>
        <p:txBody>
          <a:bodyPr/>
          <a:lstStyle/>
          <a:p>
            <a:r>
              <a:rPr kumimoji="1" lang="zh-CN" altLang="en-US"/>
              <a:t>单击此处编辑母版标题样式</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87220" y="1840986"/>
            <a:ext cx="5087075" cy="536005"/>
          </a:xfrm>
          <a:prstGeom prst="rect">
            <a:avLst/>
          </a:prstGeo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581195" y="2516146"/>
            <a:ext cx="5393100" cy="2934999"/>
          </a:xfrm>
          <a:prstGeom prst="rect">
            <a:avLst/>
          </a:prstGeo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523737" y="1840986"/>
            <a:ext cx="5087073" cy="553373"/>
          </a:xfrm>
          <a:prstGeom prst="rect">
            <a:avLst/>
          </a:prstGeo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217710" y="2516146"/>
            <a:ext cx="5393100" cy="2934999"/>
          </a:xfrm>
          <a:prstGeom prst="rect">
            <a:avLst/>
          </a:prstGeo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9895559-B5C9-44B2-B309-9E110ED03028}" type="slidenum">
              <a:rPr lang="zh-CN" altLang="en-US" smtClean="0"/>
              <a:t>‹#›</a:t>
            </a:fld>
            <a:endParaRPr lang="zh-CN" altLang="en-US"/>
          </a:p>
        </p:txBody>
      </p:sp>
      <p:sp>
        <p:nvSpPr>
          <p:cNvPr id="10" name="标题 9"/>
          <p:cNvSpPr>
            <a:spLocks noGrp="1"/>
          </p:cNvSpPr>
          <p:nvPr>
            <p:ph type="title"/>
          </p:nvPr>
        </p:nvSpPr>
        <p:spPr/>
        <p:txBody>
          <a:bodyPr/>
          <a:lstStyle/>
          <a:p>
            <a:r>
              <a:rPr kumimoji="1" lang="zh-CN" altLang="en-US"/>
              <a:t>单击此处编辑母版标题样式</a:t>
            </a:r>
            <a:endParaRPr kumimoji="1" lang="zh-CN" alt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9895559-B5C9-44B2-B309-9E110ED03028}" type="slidenum">
              <a:rPr lang="zh-CN" altLang="en-US" smtClean="0"/>
              <a:t>‹#›</a:t>
            </a:fld>
            <a:endParaRPr lang="zh-CN" altLang="en-US"/>
          </a:p>
        </p:txBody>
      </p:sp>
      <p:sp>
        <p:nvSpPr>
          <p:cNvPr id="6" name="标题 5"/>
          <p:cNvSpPr>
            <a:spLocks noGrp="1"/>
          </p:cNvSpPr>
          <p:nvPr>
            <p:ph type="title"/>
          </p:nvPr>
        </p:nvSpPr>
        <p:spPr/>
        <p:txBody>
          <a:bodyPr/>
          <a:lstStyle/>
          <a:p>
            <a:r>
              <a:rPr kumimoji="1" lang="zh-CN" altLang="en-US"/>
              <a:t>单击此处编辑母版标题样式</a:t>
            </a:r>
            <a:endParaRPr kumimoji="1" lang="zh-CN" alt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9895559-B5C9-44B2-B309-9E110ED03028}" type="slidenum">
              <a:rPr lang="zh-CN" altLang="en-US" smtClean="0"/>
              <a:t>‹#›</a:t>
            </a:fld>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内容与标题">
    <p:spTree>
      <p:nvGrpSpPr>
        <p:cNvPr id="1" name=""/>
        <p:cNvGrpSpPr/>
        <p:nvPr/>
      </p:nvGrpSpPr>
      <p:grpSpPr>
        <a:xfrm>
          <a:off x="0" y="0"/>
          <a:ext cx="0" cy="0"/>
          <a:chOff x="0" y="0"/>
          <a:chExt cx="0" cy="0"/>
        </a:xfrm>
      </p:grpSpPr>
      <p:sp>
        <p:nvSpPr>
          <p:cNvPr id="10" name="Rectangle 7"/>
          <p:cNvSpPr>
            <a:spLocks noChangeAspect="1"/>
          </p:cNvSpPr>
          <p:nvPr/>
        </p:nvSpPr>
        <p:spPr>
          <a:xfrm>
            <a:off x="447816" y="4914808"/>
            <a:ext cx="385561" cy="10322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447816" y="601200"/>
            <a:ext cx="11292840" cy="4204800"/>
          </a:xfrm>
          <a:prstGeom prst="rect">
            <a:avLst/>
          </a:prstGeo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3" name="日期占位符 12"/>
          <p:cNvSpPr>
            <a:spLocks noGrp="1"/>
          </p:cNvSpPr>
          <p:nvPr>
            <p:ph type="dt" sz="half" idx="10"/>
          </p:nvPr>
        </p:nvSpPr>
        <p:spPr>
          <a:xfrm>
            <a:off x="7523545" y="6054522"/>
            <a:ext cx="2523280" cy="365125"/>
          </a:xfrm>
        </p:spPr>
        <p:txBody>
          <a:bodyPr/>
          <a:lstStyle/>
          <a:p>
            <a:fld id="{37B3879E-DE3F-46AE-9601-CEC617E45663}" type="datetimeFigureOut">
              <a:rPr lang="zh-CN" altLang="en-US" smtClean="0"/>
              <a:t>2025/11/29</a:t>
            </a:fld>
            <a:endParaRPr lang="zh-CN" altLang="en-US"/>
          </a:p>
        </p:txBody>
      </p:sp>
      <p:sp>
        <p:nvSpPr>
          <p:cNvPr id="14" name="页脚占位符 13"/>
          <p:cNvSpPr>
            <a:spLocks noGrp="1"/>
          </p:cNvSpPr>
          <p:nvPr>
            <p:ph type="ftr" sz="quarter" idx="11"/>
          </p:nvPr>
        </p:nvSpPr>
        <p:spPr>
          <a:xfrm>
            <a:off x="833377" y="6054522"/>
            <a:ext cx="6585500" cy="360799"/>
          </a:xfrm>
        </p:spPr>
        <p:txBody>
          <a:bodyPr/>
          <a:lstStyle/>
          <a:p>
            <a:endParaRPr lang="zh-CN" altLang="en-US"/>
          </a:p>
        </p:txBody>
      </p:sp>
      <p:sp>
        <p:nvSpPr>
          <p:cNvPr id="15" name="灯片编号占位符 14"/>
          <p:cNvSpPr>
            <a:spLocks noGrp="1"/>
          </p:cNvSpPr>
          <p:nvPr>
            <p:ph type="sldNum" sz="quarter" idx="12"/>
          </p:nvPr>
        </p:nvSpPr>
        <p:spPr>
          <a:xfrm>
            <a:off x="10151493" y="6054522"/>
            <a:ext cx="1203271" cy="365125"/>
          </a:xfrm>
        </p:spPr>
        <p:txBody>
          <a:bodyPr/>
          <a:lstStyle/>
          <a:p>
            <a:fld id="{A9895559-B5C9-44B2-B309-9E110ED03028}" type="slidenum">
              <a:rPr lang="zh-CN" altLang="en-US" smtClean="0"/>
              <a:t>‹#›</a:t>
            </a:fld>
            <a:endParaRPr lang="zh-CN" altLang="en-US"/>
          </a:p>
        </p:txBody>
      </p:sp>
      <p:sp>
        <p:nvSpPr>
          <p:cNvPr id="16" name="标题 15"/>
          <p:cNvSpPr>
            <a:spLocks noGrp="1"/>
          </p:cNvSpPr>
          <p:nvPr>
            <p:ph type="title"/>
          </p:nvPr>
        </p:nvSpPr>
        <p:spPr>
          <a:xfrm>
            <a:off x="1021463" y="4913486"/>
            <a:ext cx="10333301" cy="609039"/>
          </a:xfrm>
          <a:prstGeom prst="rect">
            <a:avLst/>
          </a:prstGeom>
        </p:spPr>
        <p:txBody>
          <a:bodyPr/>
          <a:lstStyle/>
          <a:p>
            <a:r>
              <a:rPr kumimoji="1" lang="zh-CN" altLang="en-US"/>
              <a:t>单击此处编辑母版标题样式</a:t>
            </a:r>
            <a:endParaRPr kumimoji="1" lang="zh-CN" altLang="en-US" dirty="0"/>
          </a:p>
        </p:txBody>
      </p:sp>
      <p:sp>
        <p:nvSpPr>
          <p:cNvPr id="23" name="Subtitle 2"/>
          <p:cNvSpPr>
            <a:spLocks noGrp="1"/>
          </p:cNvSpPr>
          <p:nvPr>
            <p:ph type="subTitle" idx="13"/>
          </p:nvPr>
        </p:nvSpPr>
        <p:spPr>
          <a:xfrm>
            <a:off x="1021463" y="5608156"/>
            <a:ext cx="10333300" cy="360735"/>
          </a:xfrm>
          <a:prstGeom prst="rect">
            <a:avLst/>
          </a:prstGeom>
        </p:spPr>
        <p:txBody>
          <a:bodyPr anchor="ctr">
            <a:normAutofit/>
          </a:bodyPr>
          <a:lstStyle>
            <a:lvl1pPr marL="0" indent="0" algn="l">
              <a:buNone/>
              <a:defRPr sz="2000" cap="none" baseline="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81193" y="4395677"/>
            <a:ext cx="11029616" cy="566738"/>
          </a:xfrm>
          <a:prstGeom prst="rect">
            <a:avLst/>
          </a:prstGeom>
        </p:spPr>
        <p:txBody>
          <a:bodyPr anchor="b">
            <a:normAutofit/>
          </a:bodyPr>
          <a:lstStyle>
            <a:lvl1pPr algn="l">
              <a:defRPr sz="2400" b="0">
                <a:solidFill>
                  <a:schemeClr val="accent1"/>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447817" y="599725"/>
            <a:ext cx="11290859" cy="3557252"/>
          </a:xfrm>
          <a:prstGeom prst="rect">
            <a:avLst/>
          </a:prstGeo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581193" y="4962417"/>
            <a:ext cx="11029617" cy="598671"/>
          </a:xfrm>
          <a:prstGeom prst="rect">
            <a:avLst/>
          </a:prstGeo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9895559-B5C9-44B2-B309-9E110ED03028}" type="slidenum">
              <a:rPr lang="zh-CN" altLang="en-US" smtClean="0"/>
              <a:t>‹#›</a:t>
            </a:fld>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3376" y="2111829"/>
            <a:ext cx="10521388" cy="3379068"/>
          </a:xfrm>
          <a:prstGeom prst="rect">
            <a:avLst/>
          </a:prstGeom>
        </p:spPr>
        <p:txBody>
          <a:bodyPr vert="eaVert" anchor="t"/>
          <a:lstStyle>
            <a:lvl1pPr algn="l">
              <a:defRPr/>
            </a:lvl1pPr>
            <a:lvl2pPr algn="l">
              <a:defRPr/>
            </a:lvl2pPr>
            <a:lvl3pPr algn="l">
              <a:defRPr/>
            </a:lvl3pPr>
            <a:lvl4pPr algn="l">
              <a:defRPr/>
            </a:lvl4pPr>
            <a:lvl5pPr algn="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895559-B5C9-44B2-B309-9E110ED03028}" type="slidenum">
              <a:rPr lang="zh-CN" altLang="en-US" smtClean="0"/>
              <a:t>‹#›</a:t>
            </a:fld>
            <a:endParaRPr lang="zh-CN" altLang="en-US"/>
          </a:p>
        </p:txBody>
      </p:sp>
      <p:sp>
        <p:nvSpPr>
          <p:cNvPr id="7" name="标题 6"/>
          <p:cNvSpPr>
            <a:spLocks noGrp="1"/>
          </p:cNvSpPr>
          <p:nvPr>
            <p:ph type="title"/>
          </p:nvPr>
        </p:nvSpPr>
        <p:spPr/>
        <p:txBody>
          <a:bodyPr/>
          <a:lstStyle/>
          <a:p>
            <a:r>
              <a:rPr kumimoji="1" lang="zh-CN" altLang="en-US"/>
              <a:t>单击此处编辑母版标题样式</a:t>
            </a:r>
            <a:endParaRPr kumimoji="1" lang="zh-CN" alt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竖排标题与文本">
    <p:spTree>
      <p:nvGrpSpPr>
        <p:cNvPr id="1" name=""/>
        <p:cNvGrpSpPr/>
        <p:nvPr/>
      </p:nvGrpSpPr>
      <p:grpSpPr>
        <a:xfrm>
          <a:off x="0" y="0"/>
          <a:ext cx="0" cy="0"/>
          <a:chOff x="0" y="0"/>
          <a:chExt cx="0" cy="0"/>
        </a:xfrm>
      </p:grpSpPr>
      <p:sp>
        <p:nvSpPr>
          <p:cNvPr id="10" name="Rectangle 6"/>
          <p:cNvSpPr>
            <a:spLocks noChangeAspect="1"/>
          </p:cNvSpPr>
          <p:nvPr/>
        </p:nvSpPr>
        <p:spPr>
          <a:xfrm>
            <a:off x="8884030" y="675726"/>
            <a:ext cx="88976" cy="79183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Vertical Title 1"/>
          <p:cNvSpPr>
            <a:spLocks noGrp="1"/>
          </p:cNvSpPr>
          <p:nvPr>
            <p:ph type="title" orient="vert"/>
          </p:nvPr>
        </p:nvSpPr>
        <p:spPr>
          <a:xfrm>
            <a:off x="9169649" y="675726"/>
            <a:ext cx="1899496" cy="5183073"/>
          </a:xfrm>
          <a:prstGeom prst="rect">
            <a:avLst/>
          </a:prstGeom>
        </p:spPr>
        <p:txBody>
          <a:bodyPr vert="eaVert" anchor="b"/>
          <a:lstStyle/>
          <a:p>
            <a:r>
              <a:rPr lang="zh-CN" altLang="en-US"/>
              <a:t>单击此处编辑母版标题样式</a:t>
            </a:r>
            <a:endParaRPr lang="en-US" dirty="0"/>
          </a:p>
        </p:txBody>
      </p:sp>
      <p:sp>
        <p:nvSpPr>
          <p:cNvPr id="12" name="Vertical Text Placeholder 2"/>
          <p:cNvSpPr>
            <a:spLocks noGrp="1"/>
          </p:cNvSpPr>
          <p:nvPr>
            <p:ph type="body" orient="vert" idx="1"/>
          </p:nvPr>
        </p:nvSpPr>
        <p:spPr>
          <a:xfrm>
            <a:off x="774923" y="675726"/>
            <a:ext cx="7791611" cy="5183073"/>
          </a:xfrm>
          <a:prstGeom prst="rect">
            <a:avLst/>
          </a:prstGeom>
        </p:spPr>
        <p:txBody>
          <a:bodyPr vert="eaVert"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 name="日期占位符 1"/>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9895559-B5C9-44B2-B309-9E110ED03028}" type="slidenum">
              <a:rPr lang="zh-CN" altLang="en-US" smtClean="0"/>
              <a:t>‹#›</a:t>
            </a:fld>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grpSp>
        <p:nvGrpSpPr>
          <p:cNvPr id="25" name="组合 24"/>
          <p:cNvGrpSpPr/>
          <p:nvPr/>
        </p:nvGrpSpPr>
        <p:grpSpPr>
          <a:xfrm>
            <a:off x="599225" y="1736370"/>
            <a:ext cx="10993549" cy="1903301"/>
            <a:chOff x="599225" y="1921565"/>
            <a:chExt cx="10993549" cy="1903301"/>
          </a:xfrm>
        </p:grpSpPr>
        <p:sp>
          <p:nvSpPr>
            <p:cNvPr id="22" name="矩形 21"/>
            <p:cNvSpPr/>
            <p:nvPr userDrawn="1"/>
          </p:nvSpPr>
          <p:spPr>
            <a:xfrm>
              <a:off x="599225" y="1921565"/>
              <a:ext cx="10993549" cy="19033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半闭框 17"/>
            <p:cNvSpPr/>
            <p:nvPr userDrawn="1"/>
          </p:nvSpPr>
          <p:spPr>
            <a:xfrm>
              <a:off x="599225" y="1921565"/>
              <a:ext cx="821803" cy="867934"/>
            </a:xfrm>
            <a:prstGeom prst="halfFrame">
              <a:avLst>
                <a:gd name="adj1" fmla="val 23474"/>
                <a:gd name="adj2" fmla="val 23475"/>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4" name="矩形 23"/>
            <p:cNvSpPr/>
            <p:nvPr userDrawn="1"/>
          </p:nvSpPr>
          <p:spPr>
            <a:xfrm>
              <a:off x="10161778" y="3614195"/>
              <a:ext cx="1430996" cy="2106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3" name="Subtitle 2"/>
          <p:cNvSpPr>
            <a:spLocks noGrp="1"/>
          </p:cNvSpPr>
          <p:nvPr>
            <p:ph type="subTitle" idx="1"/>
          </p:nvPr>
        </p:nvSpPr>
        <p:spPr>
          <a:xfrm>
            <a:off x="963169" y="3819054"/>
            <a:ext cx="10265664" cy="1340999"/>
          </a:xfrm>
          <a:prstGeom prst="rect">
            <a:avLst/>
          </a:prstGeom>
        </p:spPr>
        <p:txBody>
          <a:bodyPr anchor="t">
            <a:normAutofit/>
          </a:bodyPr>
          <a:lstStyle>
            <a:lvl1pPr marL="0" indent="0" algn="l">
              <a:buNone/>
              <a:defRPr sz="2000" cap="none"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pic>
        <p:nvPicPr>
          <p:cNvPr id="15" name="图片 14"/>
          <p:cNvPicPr>
            <a:picLocks noChangeAspect="1"/>
          </p:cNvPicPr>
          <p:nvPr/>
        </p:nvPicPr>
        <p:blipFill>
          <a:blip r:embed="rId2"/>
          <a:stretch>
            <a:fillRect/>
          </a:stretch>
        </p:blipFill>
        <p:spPr>
          <a:xfrm>
            <a:off x="9073617" y="399620"/>
            <a:ext cx="2519157" cy="991863"/>
          </a:xfrm>
          <a:prstGeom prst="rect">
            <a:avLst/>
          </a:prstGeom>
        </p:spPr>
      </p:pic>
      <p:sp>
        <p:nvSpPr>
          <p:cNvPr id="9" name="标题 8"/>
          <p:cNvSpPr>
            <a:spLocks noGrp="1"/>
          </p:cNvSpPr>
          <p:nvPr>
            <p:ph type="title"/>
          </p:nvPr>
        </p:nvSpPr>
        <p:spPr>
          <a:xfrm>
            <a:off x="963167" y="2023572"/>
            <a:ext cx="10265664" cy="1325563"/>
          </a:xfrm>
        </p:spPr>
        <p:txBody>
          <a:bodyPr anchor="b">
            <a:normAutofit/>
          </a:bodyPr>
          <a:lstStyle>
            <a:lvl1pPr>
              <a:defRPr lang="zh-CN" altLang="en-US" sz="6000" b="0" kern="1200" cap="none" baseline="0" dirty="0">
                <a:solidFill>
                  <a:schemeClr val="tx1"/>
                </a:solidFill>
                <a:latin typeface="+mj-lt"/>
                <a:ea typeface="+mj-ea"/>
                <a:cs typeface="+mj-cs"/>
              </a:defRPr>
            </a:lvl1pPr>
          </a:lstStyle>
          <a:p>
            <a:r>
              <a:rPr kumimoji="1" lang="zh-CN" altLang="en-US"/>
              <a:t>单击此处编辑母版标题样式</a:t>
            </a:r>
            <a:endParaRPr kumimoji="1" lang="zh-CN" alt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9895559-B5C9-44B2-B309-9E110ED03028}" type="slidenum">
              <a:rPr lang="zh-CN" altLang="en-US" smtClean="0"/>
              <a:t>‹#›</a:t>
            </a:fld>
            <a:endParaRPr lang="zh-CN" altLang="en-US"/>
          </a:p>
        </p:txBody>
      </p:sp>
      <p:sp>
        <p:nvSpPr>
          <p:cNvPr id="16" name="文本占位符 11"/>
          <p:cNvSpPr>
            <a:spLocks noGrp="1"/>
          </p:cNvSpPr>
          <p:nvPr>
            <p:ph type="body" idx="1"/>
          </p:nvPr>
        </p:nvSpPr>
        <p:spPr>
          <a:xfrm>
            <a:off x="838200" y="1825625"/>
            <a:ext cx="10515600" cy="3682546"/>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endParaRPr kumimoji="1" lang="zh-CN" altLang="en-US" dirty="0"/>
          </a:p>
        </p:txBody>
      </p:sp>
      <p:sp>
        <p:nvSpPr>
          <p:cNvPr id="9" name="标题 8"/>
          <p:cNvSpPr>
            <a:spLocks noGrp="1"/>
          </p:cNvSpPr>
          <p:nvPr>
            <p:ph type="title"/>
          </p:nvPr>
        </p:nvSpPr>
        <p:spPr/>
        <p:txBody>
          <a:bodyPr>
            <a:normAutofit/>
          </a:bodyPr>
          <a:lstStyle>
            <a:lvl1pPr algn="l" defTabSz="457200" rtl="0" eaLnBrk="1" latinLnBrk="0" hangingPunct="1">
              <a:spcBef>
                <a:spcPct val="0"/>
              </a:spcBef>
              <a:buNone/>
              <a:defRPr kumimoji="1" lang="zh-CN" altLang="en-US" sz="4000" b="1" kern="1200" cap="none" baseline="0" dirty="0">
                <a:solidFill>
                  <a:schemeClr val="tx1"/>
                </a:solidFill>
                <a:latin typeface="微软雅黑" panose="020B0503020204020204" pitchFamily="34" charset="-122"/>
                <a:ea typeface="微软雅黑" panose="020B0503020204020204" pitchFamily="34" charset="-122"/>
                <a:cs typeface="+mj-cs"/>
              </a:defRPr>
            </a:lvl1pPr>
          </a:lstStyle>
          <a:p>
            <a:r>
              <a:rPr kumimoji="1" lang="zh-CN" altLang="en-US"/>
              <a:t>单击此处编辑母版标题样式</a:t>
            </a:r>
            <a:endParaRPr kumimoji="1" lang="zh-CN" alt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目录">
    <p:spTree>
      <p:nvGrpSpPr>
        <p:cNvPr id="1" name=""/>
        <p:cNvGrpSpPr/>
        <p:nvPr/>
      </p:nvGrpSpPr>
      <p:grpSpPr>
        <a:xfrm>
          <a:off x="0" y="0"/>
          <a:ext cx="0" cy="0"/>
          <a:chOff x="0" y="0"/>
          <a:chExt cx="0" cy="0"/>
        </a:xfrm>
      </p:grpSpPr>
      <p:sp>
        <p:nvSpPr>
          <p:cNvPr id="11" name="Content Placeholder 2"/>
          <p:cNvSpPr>
            <a:spLocks noGrp="1"/>
          </p:cNvSpPr>
          <p:nvPr>
            <p:ph idx="1"/>
          </p:nvPr>
        </p:nvSpPr>
        <p:spPr>
          <a:xfrm>
            <a:off x="1431883" y="2118167"/>
            <a:ext cx="10178926" cy="3602477"/>
          </a:xfrm>
          <a:prstGeom prst="rect">
            <a:avLst/>
          </a:prstGeom>
        </p:spPr>
        <p:txBody>
          <a:bodyPr anchor="ctr">
            <a:normAutofit/>
          </a:bodyPr>
          <a:lstStyle>
            <a:lvl1pPr algn="l">
              <a:defRPr sz="3200"/>
            </a:lvl1pPr>
            <a:lvl2pPr algn="l">
              <a:defRPr sz="2800"/>
            </a:lvl2pPr>
            <a:lvl3pPr algn="l">
              <a:defRPr sz="2400"/>
            </a:lvl3pPr>
            <a:lvl4pPr algn="l">
              <a:defRPr sz="2000"/>
            </a:lvl4pPr>
            <a:lvl5pPr algn="l">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3" name="Date Placeholder 3"/>
          <p:cNvSpPr>
            <a:spLocks noGrp="1"/>
          </p:cNvSpPr>
          <p:nvPr>
            <p:ph type="dt" sz="half" idx="10"/>
          </p:nvPr>
        </p:nvSpPr>
        <p:spPr>
          <a:xfrm>
            <a:off x="7605951" y="5597317"/>
            <a:ext cx="2844799" cy="365125"/>
          </a:xfrm>
        </p:spPr>
        <p:txBody>
          <a:bodyPr/>
          <a:lstStyle/>
          <a:p>
            <a:fld id="{37B3879E-DE3F-46AE-9601-CEC617E45663}" type="datetimeFigureOut">
              <a:rPr lang="zh-CN" altLang="en-US" smtClean="0"/>
              <a:t>2025/11/29</a:t>
            </a:fld>
            <a:endParaRPr lang="zh-CN" altLang="en-US"/>
          </a:p>
        </p:txBody>
      </p:sp>
      <p:sp>
        <p:nvSpPr>
          <p:cNvPr id="16" name="Footer Placeholder 4"/>
          <p:cNvSpPr>
            <a:spLocks noGrp="1"/>
          </p:cNvSpPr>
          <p:nvPr>
            <p:ph type="ftr" sz="quarter" idx="11"/>
          </p:nvPr>
        </p:nvSpPr>
        <p:spPr>
          <a:xfrm>
            <a:off x="1431882" y="5592991"/>
            <a:ext cx="6066519" cy="365125"/>
          </a:xfrm>
        </p:spPr>
        <p:txBody>
          <a:bodyPr/>
          <a:lstStyle/>
          <a:p>
            <a:endParaRPr lang="zh-CN" altLang="en-US"/>
          </a:p>
        </p:txBody>
      </p:sp>
      <p:sp>
        <p:nvSpPr>
          <p:cNvPr id="17" name="Slide Number Placeholder 5"/>
          <p:cNvSpPr>
            <a:spLocks noGrp="1"/>
          </p:cNvSpPr>
          <p:nvPr>
            <p:ph type="sldNum" sz="quarter" idx="12"/>
          </p:nvPr>
        </p:nvSpPr>
        <p:spPr>
          <a:xfrm>
            <a:off x="10558300" y="5597317"/>
            <a:ext cx="1052508" cy="365125"/>
          </a:xfrm>
        </p:spPr>
        <p:txBody>
          <a:bodyPr/>
          <a:lstStyle/>
          <a:p>
            <a:fld id="{A9895559-B5C9-44B2-B309-9E110ED03028}" type="slidenum">
              <a:rPr lang="zh-CN" altLang="en-US" smtClean="0"/>
              <a:t>‹#›</a:t>
            </a:fld>
            <a:endParaRPr lang="zh-CN" altLang="en-US"/>
          </a:p>
        </p:txBody>
      </p:sp>
      <p:sp>
        <p:nvSpPr>
          <p:cNvPr id="18" name="Title 1"/>
          <p:cNvSpPr>
            <a:spLocks noGrp="1"/>
          </p:cNvSpPr>
          <p:nvPr>
            <p:ph type="title"/>
          </p:nvPr>
        </p:nvSpPr>
        <p:spPr>
          <a:xfrm>
            <a:off x="1431882" y="490438"/>
            <a:ext cx="10178925" cy="1351451"/>
          </a:xfrm>
          <a:prstGeom prst="rect">
            <a:avLst/>
          </a:prstGeom>
        </p:spPr>
        <p:txBody>
          <a:bodyPr anchor="ctr">
            <a:normAutofit/>
          </a:bodyPr>
          <a:lstStyle>
            <a:lvl1pPr algn="l">
              <a:defRPr sz="3600"/>
            </a:lvl1pPr>
          </a:lstStyle>
          <a:p>
            <a:r>
              <a:rPr lang="zh-CN" altLang="en-US"/>
              <a:t>单击此处编辑母版标题样式</a:t>
            </a:r>
            <a:endParaRPr lang="en-US" dirty="0"/>
          </a:p>
        </p:txBody>
      </p:sp>
      <p:sp>
        <p:nvSpPr>
          <p:cNvPr id="21" name="Rectangle 8"/>
          <p:cNvSpPr/>
          <p:nvPr/>
        </p:nvSpPr>
        <p:spPr>
          <a:xfrm rot="5400000">
            <a:off x="-2692137" y="3263038"/>
            <a:ext cx="6858000" cy="33192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节标题">
    <p:spTree>
      <p:nvGrpSpPr>
        <p:cNvPr id="1" name=""/>
        <p:cNvGrpSpPr/>
        <p:nvPr/>
      </p:nvGrpSpPr>
      <p:grpSpPr>
        <a:xfrm>
          <a:off x="0" y="0"/>
          <a:ext cx="0" cy="0"/>
          <a:chOff x="0" y="0"/>
          <a:chExt cx="0" cy="0"/>
        </a:xfrm>
      </p:grpSpPr>
      <p:grpSp>
        <p:nvGrpSpPr>
          <p:cNvPr id="9" name="组合 8"/>
          <p:cNvGrpSpPr/>
          <p:nvPr/>
        </p:nvGrpSpPr>
        <p:grpSpPr>
          <a:xfrm>
            <a:off x="599225" y="1736370"/>
            <a:ext cx="10993549" cy="1903301"/>
            <a:chOff x="599225" y="1921565"/>
            <a:chExt cx="10993549" cy="1903301"/>
          </a:xfrm>
        </p:grpSpPr>
        <p:sp>
          <p:nvSpPr>
            <p:cNvPr id="10" name="矩形 9"/>
            <p:cNvSpPr/>
            <p:nvPr userDrawn="1"/>
          </p:nvSpPr>
          <p:spPr>
            <a:xfrm>
              <a:off x="599225" y="1921565"/>
              <a:ext cx="10993549" cy="19033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p:cNvSpPr/>
            <p:nvPr userDrawn="1"/>
          </p:nvSpPr>
          <p:spPr>
            <a:xfrm>
              <a:off x="599227" y="1921566"/>
              <a:ext cx="192900" cy="1903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25" name="Subtitle 2"/>
          <p:cNvSpPr>
            <a:spLocks noGrp="1"/>
          </p:cNvSpPr>
          <p:nvPr>
            <p:ph type="subTitle" idx="1"/>
          </p:nvPr>
        </p:nvSpPr>
        <p:spPr>
          <a:xfrm>
            <a:off x="963169" y="3830629"/>
            <a:ext cx="10265664" cy="1340999"/>
          </a:xfrm>
          <a:prstGeom prst="rect">
            <a:avLst/>
          </a:prstGeom>
        </p:spPr>
        <p:txBody>
          <a:bodyPr anchor="t">
            <a:normAutofit/>
          </a:bodyPr>
          <a:lstStyle>
            <a:lvl1pPr marL="0" indent="0" algn="l">
              <a:buNone/>
              <a:defRPr sz="2000" cap="none" baseline="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27" name="日期占位符 10"/>
          <p:cNvSpPr>
            <a:spLocks noGrp="1"/>
          </p:cNvSpPr>
          <p:nvPr>
            <p:ph type="dt" sz="half" idx="10"/>
          </p:nvPr>
        </p:nvSpPr>
        <p:spPr>
          <a:xfrm>
            <a:off x="7523545" y="5597323"/>
            <a:ext cx="2523280" cy="365125"/>
          </a:xfrm>
        </p:spPr>
        <p:txBody>
          <a:bodyPr/>
          <a:lstStyle/>
          <a:p>
            <a:fld id="{37B3879E-DE3F-46AE-9601-CEC617E45663}" type="datetimeFigureOut">
              <a:rPr lang="zh-CN" altLang="en-US" smtClean="0"/>
              <a:t>2025/11/29</a:t>
            </a:fld>
            <a:endParaRPr lang="zh-CN" altLang="en-US"/>
          </a:p>
        </p:txBody>
      </p:sp>
      <p:sp>
        <p:nvSpPr>
          <p:cNvPr id="28" name="页脚占位符 11"/>
          <p:cNvSpPr>
            <a:spLocks noGrp="1"/>
          </p:cNvSpPr>
          <p:nvPr>
            <p:ph type="ftr" sz="quarter" idx="11"/>
          </p:nvPr>
        </p:nvSpPr>
        <p:spPr>
          <a:xfrm>
            <a:off x="833377" y="5592997"/>
            <a:ext cx="6585500" cy="365125"/>
          </a:xfrm>
        </p:spPr>
        <p:txBody>
          <a:bodyPr/>
          <a:lstStyle/>
          <a:p>
            <a:endParaRPr lang="zh-CN" altLang="en-US"/>
          </a:p>
        </p:txBody>
      </p:sp>
      <p:sp>
        <p:nvSpPr>
          <p:cNvPr id="29" name="灯片编号占位符 12"/>
          <p:cNvSpPr>
            <a:spLocks noGrp="1"/>
          </p:cNvSpPr>
          <p:nvPr>
            <p:ph type="sldNum" sz="quarter" idx="12"/>
          </p:nvPr>
        </p:nvSpPr>
        <p:spPr>
          <a:xfrm>
            <a:off x="10151493" y="5597323"/>
            <a:ext cx="1203271" cy="365125"/>
          </a:xfrm>
        </p:spPr>
        <p:txBody>
          <a:bodyPr/>
          <a:lstStyle/>
          <a:p>
            <a:fld id="{A9895559-B5C9-44B2-B309-9E110ED03028}" type="slidenum">
              <a:rPr lang="zh-CN" altLang="en-US" smtClean="0"/>
              <a:t>‹#›</a:t>
            </a:fld>
            <a:endParaRPr lang="zh-CN" altLang="en-US"/>
          </a:p>
        </p:txBody>
      </p:sp>
      <p:sp>
        <p:nvSpPr>
          <p:cNvPr id="3" name="标题 2"/>
          <p:cNvSpPr>
            <a:spLocks noGrp="1"/>
          </p:cNvSpPr>
          <p:nvPr>
            <p:ph type="title"/>
          </p:nvPr>
        </p:nvSpPr>
        <p:spPr>
          <a:xfrm>
            <a:off x="963169" y="1909598"/>
            <a:ext cx="10265664" cy="1556843"/>
          </a:xfrm>
        </p:spPr>
        <p:txBody>
          <a:bodyPr>
            <a:normAutofit/>
          </a:bodyPr>
          <a:lstStyle>
            <a:lvl1pPr>
              <a:defRPr sz="3600"/>
            </a:lvl1pPr>
          </a:lstStyle>
          <a:p>
            <a:r>
              <a:rPr kumimoji="1" lang="zh-CN" altLang="en-US"/>
              <a:t>单击此处编辑母版标题样式</a:t>
            </a:r>
            <a:endParaRPr kumimoji="1" lang="zh-CN" alt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81194" y="2228005"/>
            <a:ext cx="5422391" cy="3242630"/>
          </a:xfrm>
          <a:prstGeom prst="rect">
            <a:avLst/>
          </a:prstGeo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88417" y="2228005"/>
            <a:ext cx="5422392" cy="3242630"/>
          </a:xfrm>
          <a:prstGeom prst="rect">
            <a:avLst/>
          </a:prstGeo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9895559-B5C9-44B2-B309-9E110ED03028}" type="slidenum">
              <a:rPr lang="zh-CN" altLang="en-US" smtClean="0"/>
              <a:t>‹#›</a:t>
            </a:fld>
            <a:endParaRPr lang="zh-CN" altLang="en-US"/>
          </a:p>
        </p:txBody>
      </p:sp>
      <p:sp>
        <p:nvSpPr>
          <p:cNvPr id="8" name="标题 7"/>
          <p:cNvSpPr>
            <a:spLocks noGrp="1"/>
          </p:cNvSpPr>
          <p:nvPr>
            <p:ph type="title"/>
          </p:nvPr>
        </p:nvSpPr>
        <p:spPr/>
        <p:txBody>
          <a:bodyPr/>
          <a:lstStyle/>
          <a:p>
            <a:r>
              <a:rPr kumimoji="1" lang="zh-CN" altLang="en-US"/>
              <a:t>单击此处编辑母版标题样式</a:t>
            </a: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87220" y="1840986"/>
            <a:ext cx="5087075" cy="536005"/>
          </a:xfrm>
          <a:prstGeom prst="rect">
            <a:avLst/>
          </a:prstGeo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581195" y="2516146"/>
            <a:ext cx="5393100" cy="2934999"/>
          </a:xfrm>
          <a:prstGeom prst="rect">
            <a:avLst/>
          </a:prstGeo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523737" y="1840986"/>
            <a:ext cx="5087073" cy="553373"/>
          </a:xfrm>
          <a:prstGeom prst="rect">
            <a:avLst/>
          </a:prstGeo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217710" y="2516146"/>
            <a:ext cx="5393100" cy="2934999"/>
          </a:xfrm>
          <a:prstGeom prst="rect">
            <a:avLst/>
          </a:prstGeo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9895559-B5C9-44B2-B309-9E110ED03028}" type="slidenum">
              <a:rPr lang="zh-CN" altLang="en-US" smtClean="0"/>
              <a:t>‹#›</a:t>
            </a:fld>
            <a:endParaRPr lang="zh-CN" altLang="en-US"/>
          </a:p>
        </p:txBody>
      </p:sp>
      <p:sp>
        <p:nvSpPr>
          <p:cNvPr id="10" name="标题 9"/>
          <p:cNvSpPr>
            <a:spLocks noGrp="1"/>
          </p:cNvSpPr>
          <p:nvPr>
            <p:ph type="title"/>
          </p:nvPr>
        </p:nvSpPr>
        <p:spPr/>
        <p:txBody>
          <a:bodyPr/>
          <a:lstStyle/>
          <a:p>
            <a:r>
              <a:rPr kumimoji="1" lang="zh-CN" altLang="en-US"/>
              <a:t>单击此处编辑母版标题样式</a:t>
            </a:r>
            <a:endParaRPr kumimoji="1" lang="zh-CN" altLang="en-US"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9895559-B5C9-44B2-B309-9E110ED03028}" type="slidenum">
              <a:rPr lang="zh-CN" altLang="en-US" smtClean="0"/>
              <a:t>‹#›</a:t>
            </a:fld>
            <a:endParaRPr lang="zh-CN" altLang="en-US"/>
          </a:p>
        </p:txBody>
      </p:sp>
      <p:sp>
        <p:nvSpPr>
          <p:cNvPr id="6" name="标题 5"/>
          <p:cNvSpPr>
            <a:spLocks noGrp="1"/>
          </p:cNvSpPr>
          <p:nvPr>
            <p:ph type="title"/>
          </p:nvPr>
        </p:nvSpPr>
        <p:spPr/>
        <p:txBody>
          <a:bodyPr/>
          <a:lstStyle/>
          <a:p>
            <a:r>
              <a:rPr kumimoji="1" lang="zh-CN" altLang="en-US"/>
              <a:t>单击此处编辑母版标题样式</a:t>
            </a:r>
            <a:endParaRPr kumimoji="1" lang="zh-CN" altLang="en-US" dirty="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9895559-B5C9-44B2-B309-9E110ED03028}" type="slidenum">
              <a:rPr lang="zh-CN" altLang="en-US" smtClean="0"/>
              <a:t>‹#›</a:t>
            </a:fld>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内容与标题">
    <p:spTree>
      <p:nvGrpSpPr>
        <p:cNvPr id="1" name=""/>
        <p:cNvGrpSpPr/>
        <p:nvPr/>
      </p:nvGrpSpPr>
      <p:grpSpPr>
        <a:xfrm>
          <a:off x="0" y="0"/>
          <a:ext cx="0" cy="0"/>
          <a:chOff x="0" y="0"/>
          <a:chExt cx="0" cy="0"/>
        </a:xfrm>
      </p:grpSpPr>
      <p:sp>
        <p:nvSpPr>
          <p:cNvPr id="10" name="Rectangle 7"/>
          <p:cNvSpPr>
            <a:spLocks noChangeAspect="1"/>
          </p:cNvSpPr>
          <p:nvPr/>
        </p:nvSpPr>
        <p:spPr>
          <a:xfrm>
            <a:off x="447816" y="4914808"/>
            <a:ext cx="385561" cy="10322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447816" y="601200"/>
            <a:ext cx="11292840" cy="4204800"/>
          </a:xfrm>
          <a:prstGeom prst="rect">
            <a:avLst/>
          </a:prstGeo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3" name="日期占位符 12"/>
          <p:cNvSpPr>
            <a:spLocks noGrp="1"/>
          </p:cNvSpPr>
          <p:nvPr>
            <p:ph type="dt" sz="half" idx="10"/>
          </p:nvPr>
        </p:nvSpPr>
        <p:spPr>
          <a:xfrm>
            <a:off x="7523545" y="6054522"/>
            <a:ext cx="2523280" cy="365125"/>
          </a:xfrm>
        </p:spPr>
        <p:txBody>
          <a:bodyPr/>
          <a:lstStyle/>
          <a:p>
            <a:fld id="{37B3879E-DE3F-46AE-9601-CEC617E45663}" type="datetimeFigureOut">
              <a:rPr lang="zh-CN" altLang="en-US" smtClean="0"/>
              <a:t>2025/11/29</a:t>
            </a:fld>
            <a:endParaRPr lang="zh-CN" altLang="en-US"/>
          </a:p>
        </p:txBody>
      </p:sp>
      <p:sp>
        <p:nvSpPr>
          <p:cNvPr id="14" name="页脚占位符 13"/>
          <p:cNvSpPr>
            <a:spLocks noGrp="1"/>
          </p:cNvSpPr>
          <p:nvPr>
            <p:ph type="ftr" sz="quarter" idx="11"/>
          </p:nvPr>
        </p:nvSpPr>
        <p:spPr>
          <a:xfrm>
            <a:off x="833377" y="6054522"/>
            <a:ext cx="6585500" cy="360799"/>
          </a:xfrm>
        </p:spPr>
        <p:txBody>
          <a:bodyPr/>
          <a:lstStyle/>
          <a:p>
            <a:endParaRPr lang="zh-CN" altLang="en-US"/>
          </a:p>
        </p:txBody>
      </p:sp>
      <p:sp>
        <p:nvSpPr>
          <p:cNvPr id="15" name="灯片编号占位符 14"/>
          <p:cNvSpPr>
            <a:spLocks noGrp="1"/>
          </p:cNvSpPr>
          <p:nvPr>
            <p:ph type="sldNum" sz="quarter" idx="12"/>
          </p:nvPr>
        </p:nvSpPr>
        <p:spPr>
          <a:xfrm>
            <a:off x="10151493" y="6054522"/>
            <a:ext cx="1203271" cy="365125"/>
          </a:xfrm>
        </p:spPr>
        <p:txBody>
          <a:bodyPr/>
          <a:lstStyle/>
          <a:p>
            <a:fld id="{A9895559-B5C9-44B2-B309-9E110ED03028}" type="slidenum">
              <a:rPr lang="zh-CN" altLang="en-US" smtClean="0"/>
              <a:t>‹#›</a:t>
            </a:fld>
            <a:endParaRPr lang="zh-CN" altLang="en-US"/>
          </a:p>
        </p:txBody>
      </p:sp>
      <p:sp>
        <p:nvSpPr>
          <p:cNvPr id="16" name="标题 15"/>
          <p:cNvSpPr>
            <a:spLocks noGrp="1"/>
          </p:cNvSpPr>
          <p:nvPr>
            <p:ph type="title"/>
          </p:nvPr>
        </p:nvSpPr>
        <p:spPr>
          <a:xfrm>
            <a:off x="1021463" y="4913486"/>
            <a:ext cx="10333301" cy="609039"/>
          </a:xfrm>
          <a:prstGeom prst="rect">
            <a:avLst/>
          </a:prstGeom>
        </p:spPr>
        <p:txBody>
          <a:bodyPr/>
          <a:lstStyle/>
          <a:p>
            <a:r>
              <a:rPr kumimoji="1" lang="zh-CN" altLang="en-US"/>
              <a:t>单击此处编辑母版标题样式</a:t>
            </a:r>
            <a:endParaRPr kumimoji="1" lang="zh-CN" altLang="en-US" dirty="0"/>
          </a:p>
        </p:txBody>
      </p:sp>
      <p:sp>
        <p:nvSpPr>
          <p:cNvPr id="23" name="Subtitle 2"/>
          <p:cNvSpPr>
            <a:spLocks noGrp="1"/>
          </p:cNvSpPr>
          <p:nvPr>
            <p:ph type="subTitle" idx="13"/>
          </p:nvPr>
        </p:nvSpPr>
        <p:spPr>
          <a:xfrm>
            <a:off x="1021463" y="5608156"/>
            <a:ext cx="10333300" cy="360735"/>
          </a:xfrm>
          <a:prstGeom prst="rect">
            <a:avLst/>
          </a:prstGeom>
        </p:spPr>
        <p:txBody>
          <a:bodyPr anchor="ctr">
            <a:normAutofit/>
          </a:bodyPr>
          <a:lstStyle>
            <a:lvl1pPr marL="0" indent="0" algn="l">
              <a:buNone/>
              <a:defRPr sz="2000" cap="none" baseline="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81193" y="4395677"/>
            <a:ext cx="11029616" cy="566738"/>
          </a:xfrm>
          <a:prstGeom prst="rect">
            <a:avLst/>
          </a:prstGeom>
        </p:spPr>
        <p:txBody>
          <a:bodyPr anchor="b">
            <a:normAutofit/>
          </a:bodyPr>
          <a:lstStyle>
            <a:lvl1pPr algn="l">
              <a:defRPr sz="2400" b="0">
                <a:solidFill>
                  <a:schemeClr val="accent1"/>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447817" y="599725"/>
            <a:ext cx="11290859" cy="3557252"/>
          </a:xfrm>
          <a:prstGeom prst="rect">
            <a:avLst/>
          </a:prstGeo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581193" y="4962417"/>
            <a:ext cx="11029617" cy="598671"/>
          </a:xfrm>
          <a:prstGeom prst="rect">
            <a:avLst/>
          </a:prstGeo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9895559-B5C9-44B2-B309-9E110ED03028}" type="slidenum">
              <a:rPr lang="zh-CN" altLang="en-US" smtClean="0"/>
              <a:t>‹#›</a:t>
            </a:fld>
            <a:endParaRPr lang="zh-CN"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3376" y="2111829"/>
            <a:ext cx="10521388" cy="3379068"/>
          </a:xfrm>
          <a:prstGeom prst="rect">
            <a:avLst/>
          </a:prstGeom>
        </p:spPr>
        <p:txBody>
          <a:bodyPr vert="eaVert" anchor="t"/>
          <a:lstStyle>
            <a:lvl1pPr algn="l">
              <a:defRPr/>
            </a:lvl1pPr>
            <a:lvl2pPr algn="l">
              <a:defRPr/>
            </a:lvl2pPr>
            <a:lvl3pPr algn="l">
              <a:defRPr/>
            </a:lvl3pPr>
            <a:lvl4pPr algn="l">
              <a:defRPr/>
            </a:lvl4pPr>
            <a:lvl5pPr algn="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895559-B5C9-44B2-B309-9E110ED03028}" type="slidenum">
              <a:rPr lang="zh-CN" altLang="en-US" smtClean="0"/>
              <a:t>‹#›</a:t>
            </a:fld>
            <a:endParaRPr lang="zh-CN" altLang="en-US"/>
          </a:p>
        </p:txBody>
      </p:sp>
      <p:sp>
        <p:nvSpPr>
          <p:cNvPr id="7" name="标题 6"/>
          <p:cNvSpPr>
            <a:spLocks noGrp="1"/>
          </p:cNvSpPr>
          <p:nvPr>
            <p:ph type="title"/>
          </p:nvPr>
        </p:nvSpPr>
        <p:spPr/>
        <p:txBody>
          <a:bodyPr/>
          <a:lstStyle/>
          <a:p>
            <a:r>
              <a:rPr kumimoji="1" lang="zh-CN" altLang="en-US"/>
              <a:t>单击此处编辑母版标题样式</a:t>
            </a:r>
            <a:endParaRPr kumimoji="1" lang="zh-CN" altLang="en-US" dirty="0"/>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竖排标题与文本">
    <p:spTree>
      <p:nvGrpSpPr>
        <p:cNvPr id="1" name=""/>
        <p:cNvGrpSpPr/>
        <p:nvPr/>
      </p:nvGrpSpPr>
      <p:grpSpPr>
        <a:xfrm>
          <a:off x="0" y="0"/>
          <a:ext cx="0" cy="0"/>
          <a:chOff x="0" y="0"/>
          <a:chExt cx="0" cy="0"/>
        </a:xfrm>
      </p:grpSpPr>
      <p:sp>
        <p:nvSpPr>
          <p:cNvPr id="10" name="Rectangle 6"/>
          <p:cNvSpPr>
            <a:spLocks noChangeAspect="1"/>
          </p:cNvSpPr>
          <p:nvPr/>
        </p:nvSpPr>
        <p:spPr>
          <a:xfrm>
            <a:off x="8884030" y="675726"/>
            <a:ext cx="88976" cy="79183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Vertical Title 1"/>
          <p:cNvSpPr>
            <a:spLocks noGrp="1"/>
          </p:cNvSpPr>
          <p:nvPr>
            <p:ph type="title" orient="vert"/>
          </p:nvPr>
        </p:nvSpPr>
        <p:spPr>
          <a:xfrm>
            <a:off x="9169649" y="675726"/>
            <a:ext cx="1899496" cy="5183073"/>
          </a:xfrm>
          <a:prstGeom prst="rect">
            <a:avLst/>
          </a:prstGeom>
        </p:spPr>
        <p:txBody>
          <a:bodyPr vert="eaVert" anchor="b"/>
          <a:lstStyle/>
          <a:p>
            <a:r>
              <a:rPr lang="zh-CN" altLang="en-US"/>
              <a:t>单击此处编辑母版标题样式</a:t>
            </a:r>
            <a:endParaRPr lang="en-US" dirty="0"/>
          </a:p>
        </p:txBody>
      </p:sp>
      <p:sp>
        <p:nvSpPr>
          <p:cNvPr id="12" name="Vertical Text Placeholder 2"/>
          <p:cNvSpPr>
            <a:spLocks noGrp="1"/>
          </p:cNvSpPr>
          <p:nvPr>
            <p:ph type="body" orient="vert" idx="1"/>
          </p:nvPr>
        </p:nvSpPr>
        <p:spPr>
          <a:xfrm>
            <a:off x="774923" y="675726"/>
            <a:ext cx="7791611" cy="5183073"/>
          </a:xfrm>
          <a:prstGeom prst="rect">
            <a:avLst/>
          </a:prstGeom>
        </p:spPr>
        <p:txBody>
          <a:bodyPr vert="eaVert"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 name="日期占位符 1"/>
          <p:cNvSpPr>
            <a:spLocks noGrp="1"/>
          </p:cNvSpPr>
          <p:nvPr>
            <p:ph type="dt" sz="half" idx="10"/>
          </p:nvPr>
        </p:nvSpPr>
        <p:spPr/>
        <p:txBody>
          <a:bodyPr/>
          <a:lstStyle/>
          <a:p>
            <a:fld id="{37B3879E-DE3F-46AE-9601-CEC617E45663}" type="datetimeFigureOut">
              <a:rPr lang="zh-CN" altLang="en-US" smtClean="0"/>
              <a:t>2025/11/29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9895559-B5C9-44B2-B309-9E110ED03028}"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slideLayout" Target="../slideLayouts/slideLayout26.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 Id="rId9" Type="http://schemas.openxmlformats.org/officeDocument/2006/relationships/slideLayout" Target="../slideLayouts/slideLayout35.xml"/><Relationship Id="rId10" Type="http://schemas.openxmlformats.org/officeDocument/2006/relationships/slideLayout" Target="../slideLayouts/slideLayout36.xml"/><Relationship Id="rId11" Type="http://schemas.openxmlformats.org/officeDocument/2006/relationships/slideLayout" Target="../slideLayouts/slideLayout37.xml"/><Relationship Id="rId12" Type="http://schemas.openxmlformats.org/officeDocument/2006/relationships/slideLayout" Target="../slideLayouts/slideLayout38.xml"/><Relationship Id="rId1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5" Type="http://schemas.openxmlformats.org/officeDocument/2006/relationships/slideLayout" Target="../slideLayouts/slideLayout43.xml"/><Relationship Id="rId6" Type="http://schemas.openxmlformats.org/officeDocument/2006/relationships/slideLayout" Target="../slideLayouts/slideLayout44.xml"/><Relationship Id="rId7" Type="http://schemas.openxmlformats.org/officeDocument/2006/relationships/slideLayout" Target="../slideLayouts/slideLayout45.xml"/><Relationship Id="rId8" Type="http://schemas.openxmlformats.org/officeDocument/2006/relationships/slideLayout" Target="../slideLayouts/slideLayout46.xml"/><Relationship Id="rId9" Type="http://schemas.openxmlformats.org/officeDocument/2006/relationships/slideLayout" Target="../slideLayouts/slideLayout47.xml"/><Relationship Id="rId10" Type="http://schemas.openxmlformats.org/officeDocument/2006/relationships/slideLayout" Target="../slideLayouts/slideLayout48.xml"/><Relationship Id="rId11" Type="http://schemas.openxmlformats.org/officeDocument/2006/relationships/slideLayout" Target="../slideLayouts/slideLayout49.xml"/><Relationship Id="rId12" Type="http://schemas.openxmlformats.org/officeDocument/2006/relationships/slideLayout" Target="../slideLayouts/slideLayout50.xml"/><Relationship Id="rId13"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slideLayout" Target="../slideLayouts/slideLayout52.xml"/><Relationship Id="rId3" Type="http://schemas.openxmlformats.org/officeDocument/2006/relationships/slideLayout" Target="../slideLayouts/slideLayout53.xml"/><Relationship Id="rId4" Type="http://schemas.openxmlformats.org/officeDocument/2006/relationships/slideLayout" Target="../slideLayouts/slideLayout54.xml"/><Relationship Id="rId5" Type="http://schemas.openxmlformats.org/officeDocument/2006/relationships/slideLayout" Target="../slideLayouts/slideLayout55.xml"/><Relationship Id="rId6" Type="http://schemas.openxmlformats.org/officeDocument/2006/relationships/slideLayout" Target="../slideLayouts/slideLayout56.xml"/><Relationship Id="rId7" Type="http://schemas.openxmlformats.org/officeDocument/2006/relationships/slideLayout" Target="../slideLayouts/slideLayout57.xml"/><Relationship Id="rId8" Type="http://schemas.openxmlformats.org/officeDocument/2006/relationships/slideLayout" Target="../slideLayouts/slideLayout58.xml"/><Relationship Id="rId9" Type="http://schemas.openxmlformats.org/officeDocument/2006/relationships/slideLayout" Target="../slideLayouts/slideLayout59.xml"/><Relationship Id="rId10" Type="http://schemas.openxmlformats.org/officeDocument/2006/relationships/slideLayout" Target="../slideLayouts/slideLayout60.xml"/><Relationship Id="rId11" Type="http://schemas.openxmlformats.org/officeDocument/2006/relationships/slideLayout" Target="../slideLayouts/slideLayout61.xml"/><Relationship Id="rId12" Type="http://schemas.openxmlformats.org/officeDocument/2006/relationships/slideLayout" Target="../slideLayouts/slideLayout62.xml"/><Relationship Id="rId13"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矩形 7"/>
          <p:cNvSpPr/>
          <p:nvPr/>
        </p:nvSpPr>
        <p:spPr>
          <a:xfrm>
            <a:off x="586670" y="579706"/>
            <a:ext cx="82800" cy="89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Date Placeholder 3"/>
          <p:cNvSpPr>
            <a:spLocks noGrp="1"/>
          </p:cNvSpPr>
          <p:nvPr>
            <p:ph type="dt" sz="half" idx="2"/>
          </p:nvPr>
        </p:nvSpPr>
        <p:spPr>
          <a:xfrm>
            <a:off x="7523545" y="5597323"/>
            <a:ext cx="2523280" cy="365125"/>
          </a:xfrm>
          <a:prstGeom prst="rect">
            <a:avLst/>
          </a:prstGeom>
        </p:spPr>
        <p:txBody>
          <a:bodyPr vert="horz" lIns="91440" tIns="45720" rIns="91440" bIns="45720" rtlCol="0" anchor="ctr"/>
          <a:lstStyle>
            <a:lvl1pPr algn="r">
              <a:defRPr sz="900">
                <a:solidFill>
                  <a:schemeClr val="accent2"/>
                </a:solidFill>
              </a:defRPr>
            </a:lvl1pPr>
          </a:lstStyle>
          <a:p>
            <a:fld id="{37B3879E-DE3F-46AE-9601-CEC617E45663}" type="datetimeFigureOut">
              <a:rPr lang="zh-CN" altLang="en-US" smtClean="0"/>
              <a:t>2025/11/29</a:t>
            </a:fld>
            <a:endParaRPr lang="zh-CN" altLang="en-US"/>
          </a:p>
        </p:txBody>
      </p:sp>
      <p:sp>
        <p:nvSpPr>
          <p:cNvPr id="5" name="Footer Placeholder 4"/>
          <p:cNvSpPr>
            <a:spLocks noGrp="1"/>
          </p:cNvSpPr>
          <p:nvPr>
            <p:ph type="ftr" sz="quarter" idx="3"/>
          </p:nvPr>
        </p:nvSpPr>
        <p:spPr>
          <a:xfrm>
            <a:off x="837235" y="5597323"/>
            <a:ext cx="6581641" cy="360799"/>
          </a:xfrm>
          <a:prstGeom prst="rect">
            <a:avLst/>
          </a:prstGeom>
        </p:spPr>
        <p:txBody>
          <a:bodyPr vert="horz" lIns="91440" tIns="45720" rIns="91440" bIns="45720" rtlCol="0" anchor="ctr"/>
          <a:lstStyle>
            <a:lvl1pPr algn="l">
              <a:defRPr sz="900" cap="all">
                <a:solidFill>
                  <a:schemeClr val="accent2"/>
                </a:solidFill>
              </a:defRPr>
            </a:lvl1pPr>
          </a:lstStyle>
          <a:p>
            <a:endParaRPr lang="zh-CN" altLang="en-US"/>
          </a:p>
        </p:txBody>
      </p:sp>
      <p:sp>
        <p:nvSpPr>
          <p:cNvPr id="6" name="Slide Number Placeholder 5"/>
          <p:cNvSpPr>
            <a:spLocks noGrp="1"/>
          </p:cNvSpPr>
          <p:nvPr>
            <p:ph type="sldNum" sz="quarter" idx="4"/>
          </p:nvPr>
        </p:nvSpPr>
        <p:spPr>
          <a:xfrm>
            <a:off x="10151493" y="5597323"/>
            <a:ext cx="1203271" cy="365125"/>
          </a:xfrm>
          <a:prstGeom prst="rect">
            <a:avLst/>
          </a:prstGeom>
        </p:spPr>
        <p:txBody>
          <a:bodyPr vert="horz" lIns="91440" tIns="45720" rIns="91440" bIns="45720" rtlCol="0" anchor="ctr"/>
          <a:lstStyle>
            <a:lvl1pPr algn="r">
              <a:defRPr sz="900">
                <a:solidFill>
                  <a:schemeClr val="accent2"/>
                </a:solidFill>
              </a:defRPr>
            </a:lvl1pPr>
          </a:lstStyle>
          <a:p>
            <a:fld id="{A9895559-B5C9-44B2-B309-9E110ED03028}" type="slidenum">
              <a:rPr lang="zh-CN" altLang="en-US" smtClean="0"/>
              <a:t>‹#›</a:t>
            </a:fld>
            <a:endParaRPr lang="zh-CN" altLang="en-US"/>
          </a:p>
        </p:txBody>
      </p:sp>
      <p:sp>
        <p:nvSpPr>
          <p:cNvPr id="12" name="文本占位符 11"/>
          <p:cNvSpPr>
            <a:spLocks noGrp="1"/>
          </p:cNvSpPr>
          <p:nvPr>
            <p:ph type="body" idx="1"/>
          </p:nvPr>
        </p:nvSpPr>
        <p:spPr>
          <a:xfrm>
            <a:off x="838200" y="1825625"/>
            <a:ext cx="10515600" cy="3682546"/>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13" name="标题占位符 12"/>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dirty="0"/>
              <a:t>单击此处编辑母版标题样式</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457200" rtl="0" eaLnBrk="1" latinLnBrk="0" hangingPunct="1">
        <a:spcBef>
          <a:spcPct val="0"/>
        </a:spcBef>
        <a:buNone/>
        <a:defRPr sz="2800" b="0" kern="1200" cap="none" baseline="0">
          <a:solidFill>
            <a:srgbClr val="660874"/>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64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矩形 7"/>
          <p:cNvSpPr/>
          <p:nvPr/>
        </p:nvSpPr>
        <p:spPr>
          <a:xfrm>
            <a:off x="586670" y="579706"/>
            <a:ext cx="82800" cy="89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Date Placeholder 3"/>
          <p:cNvSpPr>
            <a:spLocks noGrp="1"/>
          </p:cNvSpPr>
          <p:nvPr>
            <p:ph type="dt" sz="half" idx="2"/>
          </p:nvPr>
        </p:nvSpPr>
        <p:spPr>
          <a:xfrm>
            <a:off x="7523545" y="5597323"/>
            <a:ext cx="2523280" cy="365125"/>
          </a:xfrm>
          <a:prstGeom prst="rect">
            <a:avLst/>
          </a:prstGeom>
        </p:spPr>
        <p:txBody>
          <a:bodyPr vert="horz" lIns="91440" tIns="45720" rIns="91440" bIns="45720" rtlCol="0" anchor="ctr"/>
          <a:lstStyle>
            <a:lvl1pPr algn="r">
              <a:defRPr sz="900">
                <a:solidFill>
                  <a:schemeClr val="accent2"/>
                </a:solidFill>
              </a:defRPr>
            </a:lvl1pPr>
          </a:lstStyle>
          <a:p>
            <a:fld id="{37B3879E-DE3F-46AE-9601-CEC617E45663}" type="datetimeFigureOut">
              <a:rPr lang="zh-CN" altLang="en-US" smtClean="0"/>
              <a:t>2025/11/29</a:t>
            </a:fld>
            <a:endParaRPr lang="zh-CN" altLang="en-US"/>
          </a:p>
        </p:txBody>
      </p:sp>
      <p:sp>
        <p:nvSpPr>
          <p:cNvPr id="5" name="Footer Placeholder 4"/>
          <p:cNvSpPr>
            <a:spLocks noGrp="1"/>
          </p:cNvSpPr>
          <p:nvPr>
            <p:ph type="ftr" sz="quarter" idx="3"/>
          </p:nvPr>
        </p:nvSpPr>
        <p:spPr>
          <a:xfrm>
            <a:off x="837235" y="5597323"/>
            <a:ext cx="6581641" cy="360799"/>
          </a:xfrm>
          <a:prstGeom prst="rect">
            <a:avLst/>
          </a:prstGeom>
        </p:spPr>
        <p:txBody>
          <a:bodyPr vert="horz" lIns="91440" tIns="45720" rIns="91440" bIns="45720" rtlCol="0" anchor="ctr"/>
          <a:lstStyle>
            <a:lvl1pPr algn="l">
              <a:defRPr sz="900" cap="all">
                <a:solidFill>
                  <a:schemeClr val="accent2"/>
                </a:solidFill>
              </a:defRPr>
            </a:lvl1pPr>
          </a:lstStyle>
          <a:p>
            <a:endParaRPr lang="zh-CN" altLang="en-US"/>
          </a:p>
        </p:txBody>
      </p:sp>
      <p:sp>
        <p:nvSpPr>
          <p:cNvPr id="6" name="Slide Number Placeholder 5"/>
          <p:cNvSpPr>
            <a:spLocks noGrp="1"/>
          </p:cNvSpPr>
          <p:nvPr>
            <p:ph type="sldNum" sz="quarter" idx="4"/>
          </p:nvPr>
        </p:nvSpPr>
        <p:spPr>
          <a:xfrm>
            <a:off x="10151493" y="5597323"/>
            <a:ext cx="1203271" cy="365125"/>
          </a:xfrm>
          <a:prstGeom prst="rect">
            <a:avLst/>
          </a:prstGeom>
        </p:spPr>
        <p:txBody>
          <a:bodyPr vert="horz" lIns="91440" tIns="45720" rIns="91440" bIns="45720" rtlCol="0" anchor="ctr"/>
          <a:lstStyle>
            <a:lvl1pPr algn="r">
              <a:defRPr sz="900">
                <a:solidFill>
                  <a:schemeClr val="accent2"/>
                </a:solidFill>
              </a:defRPr>
            </a:lvl1pPr>
          </a:lstStyle>
          <a:p>
            <a:fld id="{A9895559-B5C9-44B2-B309-9E110ED03028}" type="slidenum">
              <a:rPr lang="zh-CN" altLang="en-US" smtClean="0"/>
              <a:t>‹#›</a:t>
            </a:fld>
            <a:endParaRPr lang="zh-CN" altLang="en-US"/>
          </a:p>
        </p:txBody>
      </p:sp>
      <p:sp>
        <p:nvSpPr>
          <p:cNvPr id="12" name="文本占位符 11"/>
          <p:cNvSpPr>
            <a:spLocks noGrp="1"/>
          </p:cNvSpPr>
          <p:nvPr>
            <p:ph type="body" idx="1"/>
          </p:nvPr>
        </p:nvSpPr>
        <p:spPr>
          <a:xfrm>
            <a:off x="838200" y="1825625"/>
            <a:ext cx="10515600" cy="3682546"/>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13" name="标题占位符 12"/>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dirty="0"/>
              <a:t>单击此处编辑母版标题样式</a:t>
            </a: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txStyles>
    <p:titleStyle>
      <a:lvl1pPr algn="l" defTabSz="457200" rtl="0" eaLnBrk="1" latinLnBrk="0" hangingPunct="1">
        <a:spcBef>
          <a:spcPct val="0"/>
        </a:spcBef>
        <a:buNone/>
        <a:defRPr sz="2800" b="0" kern="1200" cap="none" baseline="0">
          <a:solidFill>
            <a:srgbClr val="660874"/>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64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矩形 7"/>
          <p:cNvSpPr/>
          <p:nvPr/>
        </p:nvSpPr>
        <p:spPr>
          <a:xfrm>
            <a:off x="586670" y="579706"/>
            <a:ext cx="82800" cy="89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Date Placeholder 3"/>
          <p:cNvSpPr>
            <a:spLocks noGrp="1"/>
          </p:cNvSpPr>
          <p:nvPr>
            <p:ph type="dt" sz="half" idx="2"/>
          </p:nvPr>
        </p:nvSpPr>
        <p:spPr>
          <a:xfrm>
            <a:off x="7523545" y="5597323"/>
            <a:ext cx="2523280" cy="365125"/>
          </a:xfrm>
          <a:prstGeom prst="rect">
            <a:avLst/>
          </a:prstGeom>
        </p:spPr>
        <p:txBody>
          <a:bodyPr vert="horz" lIns="91440" tIns="45720" rIns="91440" bIns="45720" rtlCol="0" anchor="ctr"/>
          <a:lstStyle>
            <a:lvl1pPr algn="r">
              <a:defRPr sz="900">
                <a:solidFill>
                  <a:schemeClr val="accent2"/>
                </a:solidFill>
              </a:defRPr>
            </a:lvl1pPr>
          </a:lstStyle>
          <a:p>
            <a:fld id="{37B3879E-DE3F-46AE-9601-CEC617E45663}" type="datetimeFigureOut">
              <a:rPr lang="zh-CN" altLang="en-US" smtClean="0"/>
              <a:t>2025/11/29</a:t>
            </a:fld>
            <a:endParaRPr lang="zh-CN" altLang="en-US"/>
          </a:p>
        </p:txBody>
      </p:sp>
      <p:sp>
        <p:nvSpPr>
          <p:cNvPr id="5" name="Footer Placeholder 4"/>
          <p:cNvSpPr>
            <a:spLocks noGrp="1"/>
          </p:cNvSpPr>
          <p:nvPr>
            <p:ph type="ftr" sz="quarter" idx="3"/>
          </p:nvPr>
        </p:nvSpPr>
        <p:spPr>
          <a:xfrm>
            <a:off x="837235" y="5597323"/>
            <a:ext cx="6581641" cy="360799"/>
          </a:xfrm>
          <a:prstGeom prst="rect">
            <a:avLst/>
          </a:prstGeom>
        </p:spPr>
        <p:txBody>
          <a:bodyPr vert="horz" lIns="91440" tIns="45720" rIns="91440" bIns="45720" rtlCol="0" anchor="ctr"/>
          <a:lstStyle>
            <a:lvl1pPr algn="l">
              <a:defRPr sz="900" cap="all">
                <a:solidFill>
                  <a:schemeClr val="accent2"/>
                </a:solidFill>
              </a:defRPr>
            </a:lvl1pPr>
          </a:lstStyle>
          <a:p>
            <a:endParaRPr lang="zh-CN" altLang="en-US"/>
          </a:p>
        </p:txBody>
      </p:sp>
      <p:sp>
        <p:nvSpPr>
          <p:cNvPr id="6" name="Slide Number Placeholder 5"/>
          <p:cNvSpPr>
            <a:spLocks noGrp="1"/>
          </p:cNvSpPr>
          <p:nvPr>
            <p:ph type="sldNum" sz="quarter" idx="4"/>
          </p:nvPr>
        </p:nvSpPr>
        <p:spPr>
          <a:xfrm>
            <a:off x="10151493" y="5597323"/>
            <a:ext cx="1203271" cy="365125"/>
          </a:xfrm>
          <a:prstGeom prst="rect">
            <a:avLst/>
          </a:prstGeom>
        </p:spPr>
        <p:txBody>
          <a:bodyPr vert="horz" lIns="91440" tIns="45720" rIns="91440" bIns="45720" rtlCol="0" anchor="ctr"/>
          <a:lstStyle>
            <a:lvl1pPr algn="r">
              <a:defRPr sz="900">
                <a:solidFill>
                  <a:schemeClr val="accent2"/>
                </a:solidFill>
              </a:defRPr>
            </a:lvl1pPr>
          </a:lstStyle>
          <a:p>
            <a:fld id="{A9895559-B5C9-44B2-B309-9E110ED03028}" type="slidenum">
              <a:rPr lang="zh-CN" altLang="en-US" smtClean="0"/>
              <a:t>‹#›</a:t>
            </a:fld>
            <a:endParaRPr lang="zh-CN" altLang="en-US"/>
          </a:p>
        </p:txBody>
      </p:sp>
      <p:sp>
        <p:nvSpPr>
          <p:cNvPr id="12" name="文本占位符 11"/>
          <p:cNvSpPr>
            <a:spLocks noGrp="1"/>
          </p:cNvSpPr>
          <p:nvPr>
            <p:ph type="body" idx="1"/>
          </p:nvPr>
        </p:nvSpPr>
        <p:spPr>
          <a:xfrm>
            <a:off x="838200" y="1825625"/>
            <a:ext cx="10515600" cy="3682546"/>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13" name="标题占位符 12"/>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dirty="0"/>
              <a:t>单击此处编辑母版标题样式</a:t>
            </a:r>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txStyles>
    <p:titleStyle>
      <a:lvl1pPr algn="l" defTabSz="457200" rtl="0" eaLnBrk="1" latinLnBrk="0" hangingPunct="1">
        <a:spcBef>
          <a:spcPct val="0"/>
        </a:spcBef>
        <a:buNone/>
        <a:defRPr sz="2800" b="0" kern="1200" cap="none" baseline="0">
          <a:solidFill>
            <a:srgbClr val="660874"/>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64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矩形 7"/>
          <p:cNvSpPr/>
          <p:nvPr/>
        </p:nvSpPr>
        <p:spPr>
          <a:xfrm>
            <a:off x="586670" y="579706"/>
            <a:ext cx="82800" cy="89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Date Placeholder 3"/>
          <p:cNvSpPr>
            <a:spLocks noGrp="1"/>
          </p:cNvSpPr>
          <p:nvPr>
            <p:ph type="dt" sz="half" idx="2"/>
          </p:nvPr>
        </p:nvSpPr>
        <p:spPr>
          <a:xfrm>
            <a:off x="7523545" y="5597323"/>
            <a:ext cx="2523280" cy="365125"/>
          </a:xfrm>
          <a:prstGeom prst="rect">
            <a:avLst/>
          </a:prstGeom>
        </p:spPr>
        <p:txBody>
          <a:bodyPr vert="horz" lIns="91440" tIns="45720" rIns="91440" bIns="45720" rtlCol="0" anchor="ctr"/>
          <a:lstStyle>
            <a:lvl1pPr algn="r">
              <a:defRPr sz="900">
                <a:solidFill>
                  <a:schemeClr val="accent2"/>
                </a:solidFill>
              </a:defRPr>
            </a:lvl1pPr>
          </a:lstStyle>
          <a:p>
            <a:fld id="{37B3879E-DE3F-46AE-9601-CEC617E45663}" type="datetimeFigureOut">
              <a:rPr lang="zh-CN" altLang="en-US" smtClean="0"/>
              <a:t>2025/11/29</a:t>
            </a:fld>
            <a:endParaRPr lang="zh-CN" altLang="en-US"/>
          </a:p>
        </p:txBody>
      </p:sp>
      <p:sp>
        <p:nvSpPr>
          <p:cNvPr id="5" name="Footer Placeholder 4"/>
          <p:cNvSpPr>
            <a:spLocks noGrp="1"/>
          </p:cNvSpPr>
          <p:nvPr>
            <p:ph type="ftr" sz="quarter" idx="3"/>
          </p:nvPr>
        </p:nvSpPr>
        <p:spPr>
          <a:xfrm>
            <a:off x="837235" y="5597323"/>
            <a:ext cx="6581641" cy="360799"/>
          </a:xfrm>
          <a:prstGeom prst="rect">
            <a:avLst/>
          </a:prstGeom>
        </p:spPr>
        <p:txBody>
          <a:bodyPr vert="horz" lIns="91440" tIns="45720" rIns="91440" bIns="45720" rtlCol="0" anchor="ctr"/>
          <a:lstStyle>
            <a:lvl1pPr algn="l">
              <a:defRPr sz="900" cap="all">
                <a:solidFill>
                  <a:schemeClr val="accent2"/>
                </a:solidFill>
              </a:defRPr>
            </a:lvl1pPr>
          </a:lstStyle>
          <a:p>
            <a:endParaRPr lang="zh-CN" altLang="en-US"/>
          </a:p>
        </p:txBody>
      </p:sp>
      <p:sp>
        <p:nvSpPr>
          <p:cNvPr id="6" name="Slide Number Placeholder 5"/>
          <p:cNvSpPr>
            <a:spLocks noGrp="1"/>
          </p:cNvSpPr>
          <p:nvPr>
            <p:ph type="sldNum" sz="quarter" idx="4"/>
          </p:nvPr>
        </p:nvSpPr>
        <p:spPr>
          <a:xfrm>
            <a:off x="10151493" y="5597323"/>
            <a:ext cx="1203271" cy="365125"/>
          </a:xfrm>
          <a:prstGeom prst="rect">
            <a:avLst/>
          </a:prstGeom>
        </p:spPr>
        <p:txBody>
          <a:bodyPr vert="horz" lIns="91440" tIns="45720" rIns="91440" bIns="45720" rtlCol="0" anchor="ctr"/>
          <a:lstStyle>
            <a:lvl1pPr algn="r">
              <a:defRPr sz="900">
                <a:solidFill>
                  <a:schemeClr val="accent2"/>
                </a:solidFill>
              </a:defRPr>
            </a:lvl1pPr>
          </a:lstStyle>
          <a:p>
            <a:fld id="{A9895559-B5C9-44B2-B309-9E110ED03028}" type="slidenum">
              <a:rPr lang="zh-CN" altLang="en-US" smtClean="0"/>
              <a:t>‹#›</a:t>
            </a:fld>
            <a:endParaRPr lang="zh-CN" altLang="en-US"/>
          </a:p>
        </p:txBody>
      </p:sp>
      <p:sp>
        <p:nvSpPr>
          <p:cNvPr id="12" name="文本占位符 11"/>
          <p:cNvSpPr>
            <a:spLocks noGrp="1"/>
          </p:cNvSpPr>
          <p:nvPr>
            <p:ph type="body" idx="1"/>
          </p:nvPr>
        </p:nvSpPr>
        <p:spPr>
          <a:xfrm>
            <a:off x="838200" y="1825625"/>
            <a:ext cx="10515600" cy="3682546"/>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13" name="标题占位符 12"/>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dirty="0"/>
              <a:t>单击此处编辑母版标题样式</a:t>
            </a:r>
          </a:p>
        </p:txBody>
      </p:sp>
    </p:spTree>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Lst>
  <p:txStyles>
    <p:titleStyle>
      <a:lvl1pPr algn="l" defTabSz="457200" rtl="0" eaLnBrk="1" latinLnBrk="0" hangingPunct="1">
        <a:spcBef>
          <a:spcPct val="0"/>
        </a:spcBef>
        <a:buNone/>
        <a:defRPr sz="4000" b="1" kern="1200" cap="none" baseline="0">
          <a:solidFill>
            <a:schemeClr val="tx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400" kern="1200">
          <a:solidFill>
            <a:schemeClr val="tx2"/>
          </a:solidFill>
          <a:latin typeface="微软雅黑" panose="020B0503020204020204" pitchFamily="34" charset="-122"/>
          <a:ea typeface="微软雅黑" panose="020B0503020204020204" pitchFamily="34" charset="-122"/>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000" kern="1200">
          <a:solidFill>
            <a:schemeClr val="tx2"/>
          </a:solidFill>
          <a:latin typeface="微软雅黑" panose="020B0503020204020204" pitchFamily="34" charset="-122"/>
          <a:ea typeface="微软雅黑" panose="020B0503020204020204" pitchFamily="34" charset="-122"/>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微软雅黑" panose="020B0503020204020204" pitchFamily="34" charset="-122"/>
          <a:ea typeface="微软雅黑" panose="020B0503020204020204" pitchFamily="34" charset="-122"/>
          <a:cs typeface="+mn-cs"/>
        </a:defRPr>
      </a:lvl3pPr>
      <a:lvl4pPr marL="1242060"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微软雅黑" panose="020B0503020204020204" pitchFamily="34" charset="-122"/>
          <a:ea typeface="微软雅黑" panose="020B0503020204020204" pitchFamily="34" charset="-122"/>
          <a:cs typeface="+mn-cs"/>
        </a:defRPr>
      </a:lvl4pPr>
      <a:lvl5pPr marL="1602105"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微软雅黑" panose="020B0503020204020204" pitchFamily="34" charset="-122"/>
          <a:ea typeface="微软雅黑" panose="020B0503020204020204" pitchFamily="34" charset="-122"/>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64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矩形 7"/>
          <p:cNvSpPr/>
          <p:nvPr/>
        </p:nvSpPr>
        <p:spPr>
          <a:xfrm>
            <a:off x="586670" y="579706"/>
            <a:ext cx="82800" cy="89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Date Placeholder 3"/>
          <p:cNvSpPr>
            <a:spLocks noGrp="1"/>
          </p:cNvSpPr>
          <p:nvPr>
            <p:ph type="dt" sz="half" idx="2"/>
          </p:nvPr>
        </p:nvSpPr>
        <p:spPr>
          <a:xfrm>
            <a:off x="7523545" y="5597323"/>
            <a:ext cx="2523280" cy="365125"/>
          </a:xfrm>
          <a:prstGeom prst="rect">
            <a:avLst/>
          </a:prstGeom>
        </p:spPr>
        <p:txBody>
          <a:bodyPr vert="horz" lIns="91440" tIns="45720" rIns="91440" bIns="45720" rtlCol="0" anchor="ctr"/>
          <a:lstStyle>
            <a:lvl1pPr algn="r">
              <a:defRPr sz="900">
                <a:solidFill>
                  <a:schemeClr val="accent2"/>
                </a:solidFill>
              </a:defRPr>
            </a:lvl1pPr>
          </a:lstStyle>
          <a:p>
            <a:fld id="{37B3879E-DE3F-46AE-9601-CEC617E45663}" type="datetimeFigureOut">
              <a:rPr lang="zh-CN" altLang="en-US" smtClean="0"/>
              <a:t>2025/11/29</a:t>
            </a:fld>
            <a:endParaRPr lang="zh-CN" altLang="en-US"/>
          </a:p>
        </p:txBody>
      </p:sp>
      <p:sp>
        <p:nvSpPr>
          <p:cNvPr id="5" name="Footer Placeholder 4"/>
          <p:cNvSpPr>
            <a:spLocks noGrp="1"/>
          </p:cNvSpPr>
          <p:nvPr>
            <p:ph type="ftr" sz="quarter" idx="3"/>
          </p:nvPr>
        </p:nvSpPr>
        <p:spPr>
          <a:xfrm>
            <a:off x="837235" y="5597323"/>
            <a:ext cx="6581641" cy="360799"/>
          </a:xfrm>
          <a:prstGeom prst="rect">
            <a:avLst/>
          </a:prstGeom>
        </p:spPr>
        <p:txBody>
          <a:bodyPr vert="horz" lIns="91440" tIns="45720" rIns="91440" bIns="45720" rtlCol="0" anchor="ctr"/>
          <a:lstStyle>
            <a:lvl1pPr algn="l">
              <a:defRPr sz="900" cap="all">
                <a:solidFill>
                  <a:schemeClr val="accent2"/>
                </a:solidFill>
              </a:defRPr>
            </a:lvl1pPr>
          </a:lstStyle>
          <a:p>
            <a:endParaRPr lang="zh-CN" altLang="en-US"/>
          </a:p>
        </p:txBody>
      </p:sp>
      <p:sp>
        <p:nvSpPr>
          <p:cNvPr id="6" name="Slide Number Placeholder 5"/>
          <p:cNvSpPr>
            <a:spLocks noGrp="1"/>
          </p:cNvSpPr>
          <p:nvPr>
            <p:ph type="sldNum" sz="quarter" idx="4"/>
          </p:nvPr>
        </p:nvSpPr>
        <p:spPr>
          <a:xfrm>
            <a:off x="10151493" y="5597323"/>
            <a:ext cx="1203271" cy="365125"/>
          </a:xfrm>
          <a:prstGeom prst="rect">
            <a:avLst/>
          </a:prstGeom>
        </p:spPr>
        <p:txBody>
          <a:bodyPr vert="horz" lIns="91440" tIns="45720" rIns="91440" bIns="45720" rtlCol="0" anchor="ctr"/>
          <a:lstStyle>
            <a:lvl1pPr algn="r">
              <a:defRPr sz="900">
                <a:solidFill>
                  <a:schemeClr val="accent2"/>
                </a:solidFill>
              </a:defRPr>
            </a:lvl1pPr>
          </a:lstStyle>
          <a:p>
            <a:fld id="{A9895559-B5C9-44B2-B309-9E110ED03028}" type="slidenum">
              <a:rPr lang="zh-CN" altLang="en-US" smtClean="0"/>
              <a:t>‹#›</a:t>
            </a:fld>
            <a:endParaRPr lang="zh-CN" altLang="en-US"/>
          </a:p>
        </p:txBody>
      </p:sp>
      <p:sp>
        <p:nvSpPr>
          <p:cNvPr id="12" name="文本占位符 11"/>
          <p:cNvSpPr>
            <a:spLocks noGrp="1"/>
          </p:cNvSpPr>
          <p:nvPr>
            <p:ph type="body" idx="1"/>
          </p:nvPr>
        </p:nvSpPr>
        <p:spPr>
          <a:xfrm>
            <a:off x="838200" y="1825625"/>
            <a:ext cx="10515600" cy="3682546"/>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13" name="标题占位符 12"/>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dirty="0"/>
              <a:t>单击此处编辑母版标题样式</a:t>
            </a:r>
          </a:p>
        </p:txBody>
      </p:sp>
    </p:spTree>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Lst>
  <p:txStyles>
    <p:titleStyle>
      <a:lvl1pPr algn="l" defTabSz="457200" rtl="0" eaLnBrk="1" latinLnBrk="0" hangingPunct="1">
        <a:spcBef>
          <a:spcPct val="0"/>
        </a:spcBef>
        <a:buNone/>
        <a:defRPr sz="4000" b="1" kern="1200" cap="none" baseline="0">
          <a:solidFill>
            <a:schemeClr val="tx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400" kern="1200">
          <a:solidFill>
            <a:schemeClr val="tx2"/>
          </a:solidFill>
          <a:latin typeface="微软雅黑" panose="020B0503020204020204" pitchFamily="34" charset="-122"/>
          <a:ea typeface="微软雅黑" panose="020B0503020204020204" pitchFamily="34" charset="-122"/>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000" kern="1200">
          <a:solidFill>
            <a:schemeClr val="tx2"/>
          </a:solidFill>
          <a:latin typeface="微软雅黑" panose="020B0503020204020204" pitchFamily="34" charset="-122"/>
          <a:ea typeface="微软雅黑" panose="020B0503020204020204" pitchFamily="34" charset="-122"/>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微软雅黑" panose="020B0503020204020204" pitchFamily="34" charset="-122"/>
          <a:ea typeface="微软雅黑" panose="020B0503020204020204" pitchFamily="34" charset="-122"/>
          <a:cs typeface="+mn-cs"/>
        </a:defRPr>
      </a:lvl3pPr>
      <a:lvl4pPr marL="1242060"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微软雅黑" panose="020B0503020204020204" pitchFamily="34" charset="-122"/>
          <a:ea typeface="微软雅黑" panose="020B0503020204020204" pitchFamily="34" charset="-122"/>
          <a:cs typeface="+mn-cs"/>
        </a:defRPr>
      </a:lvl4pPr>
      <a:lvl5pPr marL="1602105"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微软雅黑" panose="020B0503020204020204" pitchFamily="34" charset="-122"/>
          <a:ea typeface="微软雅黑" panose="020B0503020204020204" pitchFamily="34" charset="-122"/>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64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5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tags" Target="../tags/tag4.xml"/><Relationship Id="rId3" Type="http://schemas.openxmlformats.org/officeDocument/2006/relationships/tags" Target="../tags/tag5.xml"/><Relationship Id="rId4" Type="http://schemas.openxmlformats.org/officeDocument/2006/relationships/tags" Target="../tags/tag6.xml"/><Relationship Id="rId5" Type="http://schemas.openxmlformats.org/officeDocument/2006/relationships/slideLayout" Target="../slideLayouts/slideLayout51.xml"/><Relationship Id="rId6" Type="http://schemas.openxmlformats.org/officeDocument/2006/relationships/image" Target="../media/image2.png"/><Relationship Id="rId7" Type="http://schemas.openxmlformats.org/officeDocument/2006/relationships/image" Target="../media/image3.jpeg"/><Relationship Id="rId8" Type="http://schemas.openxmlformats.org/officeDocument/2006/relationships/image" Target="../media/image4.png"/><Relationship Id="rId9"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tags" Target="../tags/tag8.xml"/><Relationship Id="rId3" Type="http://schemas.openxmlformats.org/officeDocument/2006/relationships/tags" Target="../tags/tag9.xml"/><Relationship Id="rId4" Type="http://schemas.openxmlformats.org/officeDocument/2006/relationships/tags" Target="../tags/tag10.xml"/><Relationship Id="rId5" Type="http://schemas.openxmlformats.org/officeDocument/2006/relationships/slideLayout" Target="../slideLayouts/slideLayout43.xml"/><Relationship Id="rId6" Type="http://schemas.openxmlformats.org/officeDocument/2006/relationships/image" Target="../media/image7.jpeg"/><Relationship Id="rId7" Type="http://schemas.openxmlformats.org/officeDocument/2006/relationships/image" Target="../media/image8.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tags" Target="../tags/tag12.xml"/><Relationship Id="rId3" Type="http://schemas.openxmlformats.org/officeDocument/2006/relationships/tags" Target="../tags/tag13.xml"/><Relationship Id="rId4" Type="http://schemas.openxmlformats.org/officeDocument/2006/relationships/tags" Target="../tags/tag14.xml"/><Relationship Id="rId5" Type="http://schemas.openxmlformats.org/officeDocument/2006/relationships/tags" Target="../tags/tag15.xml"/><Relationship Id="rId6" Type="http://schemas.openxmlformats.org/officeDocument/2006/relationships/tags" Target="../tags/tag16.xml"/><Relationship Id="rId7" Type="http://schemas.openxmlformats.org/officeDocument/2006/relationships/tags" Target="../tags/tag17.xml"/><Relationship Id="rId8" Type="http://schemas.openxmlformats.org/officeDocument/2006/relationships/tags" Target="../tags/tag18.xml"/><Relationship Id="rId9" Type="http://schemas.openxmlformats.org/officeDocument/2006/relationships/tags" Target="../tags/tag19.xml"/><Relationship Id="rId10" Type="http://schemas.openxmlformats.org/officeDocument/2006/relationships/slideLayout" Target="../slideLayouts/slideLayout55.xml"/><Relationship Id="rId11" Type="http://schemas.openxmlformats.org/officeDocument/2006/relationships/image" Target="../media/image9.jpeg"/></Relationships>
</file>

<file path=ppt/slides/_rels/slide9.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tags" Target="../tags/tag21.xml"/><Relationship Id="rId3" Type="http://schemas.openxmlformats.org/officeDocument/2006/relationships/tags" Target="../tags/tag22.xml"/><Relationship Id="rId4" Type="http://schemas.openxmlformats.org/officeDocument/2006/relationships/tags" Target="../tags/tag23.xml"/><Relationship Id="rId5" Type="http://schemas.openxmlformats.org/officeDocument/2006/relationships/tags" Target="../tags/tag24.xml"/><Relationship Id="rId6" Type="http://schemas.openxmlformats.org/officeDocument/2006/relationships/tags" Target="../tags/tag25.xml"/><Relationship Id="rId7" Type="http://schemas.openxmlformats.org/officeDocument/2006/relationships/tags" Target="../tags/tag26.xml"/><Relationship Id="rId8" Type="http://schemas.openxmlformats.org/officeDocument/2006/relationships/tags" Target="../tags/tag27.xml"/><Relationship Id="rId9" Type="http://schemas.openxmlformats.org/officeDocument/2006/relationships/tags" Target="../tags/tag28.xml"/><Relationship Id="rId10" Type="http://schemas.openxmlformats.org/officeDocument/2006/relationships/tags" Target="../tags/tag29.xml"/><Relationship Id="rId11" Type="http://schemas.openxmlformats.org/officeDocument/2006/relationships/slideLayout" Target="../slideLayouts/slideLayout43.xml"/><Relationship Id="rId12" Type="http://schemas.openxmlformats.org/officeDocument/2006/relationships/image" Target="../media/image10.jpeg"/><Relationship Id="rId1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tags" Target="../tags/tag31.xml"/><Relationship Id="rId3" Type="http://schemas.openxmlformats.org/officeDocument/2006/relationships/tags" Target="../tags/tag32.xml"/><Relationship Id="rId4" Type="http://schemas.openxmlformats.org/officeDocument/2006/relationships/tags" Target="../tags/tag33.xml"/><Relationship Id="rId5" Type="http://schemas.openxmlformats.org/officeDocument/2006/relationships/tags" Target="../tags/tag34.xml"/><Relationship Id="rId6" Type="http://schemas.openxmlformats.org/officeDocument/2006/relationships/tags" Target="../tags/tag35.xml"/><Relationship Id="rId7" Type="http://schemas.openxmlformats.org/officeDocument/2006/relationships/tags" Target="../tags/tag36.xml"/><Relationship Id="rId8" Type="http://schemas.openxmlformats.org/officeDocument/2006/relationships/tags" Target="../tags/tag37.xml"/><Relationship Id="rId9" Type="http://schemas.openxmlformats.org/officeDocument/2006/relationships/tags" Target="../tags/tag38.xml"/><Relationship Id="rId10" Type="http://schemas.openxmlformats.org/officeDocument/2006/relationships/tags" Target="../tags/tag39.xml"/><Relationship Id="rId11" Type="http://schemas.openxmlformats.org/officeDocument/2006/relationships/tags" Target="../tags/tag40.xml"/><Relationship Id="rId12" Type="http://schemas.openxmlformats.org/officeDocument/2006/relationships/slideLayout" Target="../slideLayouts/slideLayout43.xml"/><Relationship Id="rId13" Type="http://schemas.openxmlformats.org/officeDocument/2006/relationships/image" Target="../media/image3.jpeg"/><Relationship Id="rId14" Type="http://schemas.openxmlformats.org/officeDocument/2006/relationships/image" Target="../media/image12.png"/><Relationship Id="rId15"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tags" Target="../tags/tag41.xml"/><Relationship Id="rId2" Type="http://schemas.openxmlformats.org/officeDocument/2006/relationships/tags" Target="../tags/tag42.xml"/><Relationship Id="rId3" Type="http://schemas.openxmlformats.org/officeDocument/2006/relationships/tags" Target="../tags/tag43.xml"/><Relationship Id="rId4" Type="http://schemas.openxmlformats.org/officeDocument/2006/relationships/tags" Target="../tags/tag44.xml"/><Relationship Id="rId5" Type="http://schemas.openxmlformats.org/officeDocument/2006/relationships/tags" Target="../tags/tag45.xml"/><Relationship Id="rId6" Type="http://schemas.openxmlformats.org/officeDocument/2006/relationships/tags" Target="../tags/tag46.xml"/><Relationship Id="rId7" Type="http://schemas.openxmlformats.org/officeDocument/2006/relationships/tags" Target="../tags/tag47.xml"/><Relationship Id="rId8" Type="http://schemas.openxmlformats.org/officeDocument/2006/relationships/tags" Target="../tags/tag48.xml"/><Relationship Id="rId9" Type="http://schemas.openxmlformats.org/officeDocument/2006/relationships/tags" Target="../tags/tag49.xml"/><Relationship Id="rId10" Type="http://schemas.openxmlformats.org/officeDocument/2006/relationships/slideLayout" Target="../slideLayouts/slideLayout43.xml"/><Relationship Id="rId11"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tags" Target="../tags/tag50.xml"/><Relationship Id="rId2" Type="http://schemas.openxmlformats.org/officeDocument/2006/relationships/tags" Target="../tags/tag51.xml"/><Relationship Id="rId3" Type="http://schemas.openxmlformats.org/officeDocument/2006/relationships/tags" Target="../tags/tag52.xml"/><Relationship Id="rId4" Type="http://schemas.openxmlformats.org/officeDocument/2006/relationships/tags" Target="../tags/tag53.xml"/><Relationship Id="rId5" Type="http://schemas.openxmlformats.org/officeDocument/2006/relationships/tags" Target="../tags/tag54.xml"/><Relationship Id="rId6" Type="http://schemas.openxmlformats.org/officeDocument/2006/relationships/tags" Target="../tags/tag55.xml"/><Relationship Id="rId7" Type="http://schemas.openxmlformats.org/officeDocument/2006/relationships/tags" Target="../tags/tag56.xml"/><Relationship Id="rId8" Type="http://schemas.openxmlformats.org/officeDocument/2006/relationships/tags" Target="../tags/tag57.xml"/><Relationship Id="rId9" Type="http://schemas.openxmlformats.org/officeDocument/2006/relationships/slideLayout" Target="../slideLayouts/slideLayout43.xml"/><Relationship Id="rId10"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tags" Target="../tags/tag58.xml"/><Relationship Id="rId2" Type="http://schemas.openxmlformats.org/officeDocument/2006/relationships/tags" Target="../tags/tag59.xml"/><Relationship Id="rId3" Type="http://schemas.openxmlformats.org/officeDocument/2006/relationships/tags" Target="../tags/tag60.xml"/><Relationship Id="rId4" Type="http://schemas.openxmlformats.org/officeDocument/2006/relationships/tags" Target="../tags/tag61.xml"/><Relationship Id="rId5" Type="http://schemas.openxmlformats.org/officeDocument/2006/relationships/tags" Target="../tags/tag62.xml"/><Relationship Id="rId6" Type="http://schemas.openxmlformats.org/officeDocument/2006/relationships/tags" Target="../tags/tag63.xml"/><Relationship Id="rId7" Type="http://schemas.openxmlformats.org/officeDocument/2006/relationships/tags" Target="../tags/tag64.xml"/><Relationship Id="rId8" Type="http://schemas.openxmlformats.org/officeDocument/2006/relationships/tags" Target="../tags/tag65.xml"/><Relationship Id="rId9" Type="http://schemas.openxmlformats.org/officeDocument/2006/relationships/tags" Target="../tags/tag66.xml"/><Relationship Id="rId10" Type="http://schemas.openxmlformats.org/officeDocument/2006/relationships/tags" Target="../tags/tag67.xml"/><Relationship Id="rId11" Type="http://schemas.openxmlformats.org/officeDocument/2006/relationships/slideLayout" Target="../slideLayouts/slideLayout43.xml"/><Relationship Id="rId12" Type="http://schemas.openxmlformats.org/officeDocument/2006/relationships/image" Target="../media/image15.png"/><Relationship Id="rId1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tags" Target="../tags/tag68.xml"/><Relationship Id="rId2" Type="http://schemas.openxmlformats.org/officeDocument/2006/relationships/tags" Target="../tags/tag69.xml"/><Relationship Id="rId3" Type="http://schemas.openxmlformats.org/officeDocument/2006/relationships/tags" Target="../tags/tag70.xml"/><Relationship Id="rId4" Type="http://schemas.openxmlformats.org/officeDocument/2006/relationships/tags" Target="../tags/tag71.xml"/><Relationship Id="rId5" Type="http://schemas.openxmlformats.org/officeDocument/2006/relationships/tags" Target="../tags/tag72.xml"/><Relationship Id="rId6" Type="http://schemas.openxmlformats.org/officeDocument/2006/relationships/tags" Target="../tags/tag73.xml"/><Relationship Id="rId7" Type="http://schemas.openxmlformats.org/officeDocument/2006/relationships/tags" Target="../tags/tag74.xml"/><Relationship Id="rId8" Type="http://schemas.openxmlformats.org/officeDocument/2006/relationships/tags" Target="../tags/tag75.xml"/><Relationship Id="rId9" Type="http://schemas.openxmlformats.org/officeDocument/2006/relationships/slideLayout" Target="../slideLayouts/slideLayout43.xml"/><Relationship Id="rId10"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tags" Target="../tags/tag76.xml"/><Relationship Id="rId2" Type="http://schemas.openxmlformats.org/officeDocument/2006/relationships/tags" Target="../tags/tag77.xml"/><Relationship Id="rId3" Type="http://schemas.openxmlformats.org/officeDocument/2006/relationships/tags" Target="../tags/tag78.xml"/><Relationship Id="rId4" Type="http://schemas.openxmlformats.org/officeDocument/2006/relationships/tags" Target="../tags/tag79.xml"/><Relationship Id="rId5" Type="http://schemas.openxmlformats.org/officeDocument/2006/relationships/tags" Target="../tags/tag80.xml"/><Relationship Id="rId6" Type="http://schemas.openxmlformats.org/officeDocument/2006/relationships/tags" Target="../tags/tag81.xml"/><Relationship Id="rId7" Type="http://schemas.openxmlformats.org/officeDocument/2006/relationships/tags" Target="../tags/tag82.xml"/><Relationship Id="rId8" Type="http://schemas.openxmlformats.org/officeDocument/2006/relationships/tags" Target="../tags/tag83.xml"/><Relationship Id="rId9" Type="http://schemas.openxmlformats.org/officeDocument/2006/relationships/tags" Target="../tags/tag84.xml"/><Relationship Id="rId10" Type="http://schemas.openxmlformats.org/officeDocument/2006/relationships/slideLayout" Target="../slideLayouts/slideLayout43.xml"/><Relationship Id="rId11"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tags" Target="../tags/tag85.xml"/><Relationship Id="rId2" Type="http://schemas.openxmlformats.org/officeDocument/2006/relationships/tags" Target="../tags/tag86.xml"/><Relationship Id="rId3" Type="http://schemas.openxmlformats.org/officeDocument/2006/relationships/tags" Target="../tags/tag87.xml"/><Relationship Id="rId4" Type="http://schemas.openxmlformats.org/officeDocument/2006/relationships/tags" Target="../tags/tag88.xml"/><Relationship Id="rId5" Type="http://schemas.openxmlformats.org/officeDocument/2006/relationships/tags" Target="../tags/tag89.xml"/><Relationship Id="rId6" Type="http://schemas.openxmlformats.org/officeDocument/2006/relationships/tags" Target="../tags/tag90.xml"/><Relationship Id="rId7" Type="http://schemas.openxmlformats.org/officeDocument/2006/relationships/tags" Target="../tags/tag91.xml"/><Relationship Id="rId8" Type="http://schemas.openxmlformats.org/officeDocument/2006/relationships/tags" Target="../tags/tag92.xml"/><Relationship Id="rId9" Type="http://schemas.openxmlformats.org/officeDocument/2006/relationships/tags" Target="../tags/tag93.xml"/><Relationship Id="rId10" Type="http://schemas.openxmlformats.org/officeDocument/2006/relationships/slideLayout" Target="../slideLayouts/slideLayout43.xml"/><Relationship Id="rId11"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tags" Target="../tags/tag94.xml"/><Relationship Id="rId2" Type="http://schemas.openxmlformats.org/officeDocument/2006/relationships/tags" Target="../tags/tag95.xml"/><Relationship Id="rId3" Type="http://schemas.openxmlformats.org/officeDocument/2006/relationships/tags" Target="../tags/tag96.xml"/><Relationship Id="rId4" Type="http://schemas.openxmlformats.org/officeDocument/2006/relationships/tags" Target="../tags/tag97.xml"/><Relationship Id="rId5" Type="http://schemas.openxmlformats.org/officeDocument/2006/relationships/tags" Target="../tags/tag98.xml"/><Relationship Id="rId6" Type="http://schemas.openxmlformats.org/officeDocument/2006/relationships/tags" Target="../tags/tag99.xml"/><Relationship Id="rId7" Type="http://schemas.openxmlformats.org/officeDocument/2006/relationships/tags" Target="../tags/tag100.xml"/><Relationship Id="rId8" Type="http://schemas.openxmlformats.org/officeDocument/2006/relationships/tags" Target="../tags/tag101.xml"/><Relationship Id="rId9" Type="http://schemas.openxmlformats.org/officeDocument/2006/relationships/tags" Target="../tags/tag102.xml"/><Relationship Id="rId10" Type="http://schemas.openxmlformats.org/officeDocument/2006/relationships/slideLayout" Target="../slideLayouts/slideLayout43.xml"/><Relationship Id="rId11"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tags" Target="../tags/tag103.xml"/><Relationship Id="rId2" Type="http://schemas.openxmlformats.org/officeDocument/2006/relationships/tags" Target="../tags/tag104.xml"/><Relationship Id="rId3" Type="http://schemas.openxmlformats.org/officeDocument/2006/relationships/tags" Target="../tags/tag105.xml"/><Relationship Id="rId4" Type="http://schemas.openxmlformats.org/officeDocument/2006/relationships/tags" Target="../tags/tag106.xml"/><Relationship Id="rId5" Type="http://schemas.openxmlformats.org/officeDocument/2006/relationships/tags" Target="../tags/tag107.xml"/><Relationship Id="rId6" Type="http://schemas.openxmlformats.org/officeDocument/2006/relationships/tags" Target="../tags/tag108.xml"/><Relationship Id="rId7" Type="http://schemas.openxmlformats.org/officeDocument/2006/relationships/tags" Target="../tags/tag109.xml"/><Relationship Id="rId8" Type="http://schemas.openxmlformats.org/officeDocument/2006/relationships/tags" Target="../tags/tag110.xml"/><Relationship Id="rId9" Type="http://schemas.openxmlformats.org/officeDocument/2006/relationships/tags" Target="../tags/tag111.xml"/><Relationship Id="rId10" Type="http://schemas.openxmlformats.org/officeDocument/2006/relationships/tags" Target="../tags/tag112.xml"/><Relationship Id="rId11" Type="http://schemas.openxmlformats.org/officeDocument/2006/relationships/slideLayout" Target="../slideLayouts/slideLayout43.xml"/><Relationship Id="rId12" Type="http://schemas.openxmlformats.org/officeDocument/2006/relationships/image" Target="../media/image20.png"/><Relationship Id="rId13"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2.xml.rels><?xml version='1.0' encoding='UTF-8' standalone='yes'?>
<Relationships xmlns="http://schemas.openxmlformats.org/package/2006/relationships"><Relationship Id="rId1" Type="http://schemas.openxmlformats.org/officeDocument/2006/relationships/tags" Target="../tags/tag113.xml"/><Relationship Id="rId2" Type="http://schemas.openxmlformats.org/officeDocument/2006/relationships/tags" Target="../tags/tag114.xml"/><Relationship Id="rId3" Type="http://schemas.openxmlformats.org/officeDocument/2006/relationships/tags" Target="../tags/tag115.xml"/><Relationship Id="rId4" Type="http://schemas.openxmlformats.org/officeDocument/2006/relationships/slideLayout" Target="../slideLayouts/slideLayout43.xml"/><Relationship Id="rId5" Type="http://schemas.openxmlformats.org/officeDocument/2006/relationships/image" Target="../media/image3.jpeg"/><Relationship Id="rId6" Type="http://schemas.openxmlformats.org/officeDocument/2006/relationships/image" Target="../media/image4.png"/><Relationship Id="rId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lnSpc>
                <a:spcPct val="100000"/>
              </a:lnSpc>
            </a:pPr>
            <a:r>
              <a:rPr sz="2400">
                <a:latin typeface="Arial"/>
              </a:rPr>
              <a:t>Chapter 1: Overview of Artificial Intelligence</a:t>
            </a:r>
            <a:endParaRPr lang="zh-CN" altLang="en-US" sz="6000" dirty="0"/>
          </a:p>
        </p:txBody>
      </p:sp>
      <p:sp>
        <p:nvSpPr>
          <p:cNvPr id="7" name="公司名"/>
          <p:cNvSpPr txBox="1"/>
          <p:nvPr>
            <p:custDataLst>
              <p:tags r:id="rId1"/>
            </p:custDataLst>
          </p:nvPr>
        </p:nvSpPr>
        <p:spPr>
          <a:xfrm>
            <a:off x="848551" y="478292"/>
            <a:ext cx="4516736" cy="378000"/>
          </a:xfrm>
          <a:prstGeom prst="rect">
            <a:avLst/>
          </a:prstGeom>
        </p:spPr>
        <p:txBody>
          <a:bodyPr/>
          <a:lst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64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l">
              <a:lnSpc>
                <a:spcPct val="100000"/>
              </a:lnSpc>
            </a:pPr>
            <a:r>
              <a:rPr sz="2400">
                <a:latin typeface="Arial"/>
              </a:rPr>
              <a:t>General Knowledge of Artificial Intelligence (High School Edition)</a:t>
            </a:r>
          </a:p>
        </p:txBody>
      </p:sp>
      <p:pic>
        <p:nvPicPr>
          <p:cNvPr id="4" name="图片 3" descr="秦汉logo"/>
          <p:cNvPicPr>
            <a:picLocks noChangeAspect="1"/>
          </p:cNvPicPr>
          <p:nvPr/>
        </p:nvPicPr>
        <p:blipFill>
          <a:blip r:embed="rId3"/>
          <a:stretch>
            <a:fillRect/>
          </a:stretch>
        </p:blipFill>
        <p:spPr>
          <a:xfrm>
            <a:off x="5730875" y="478155"/>
            <a:ext cx="3329847" cy="802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9593683" y="6452221"/>
            <a:ext cx="2337730" cy="456220"/>
          </a:xfrm>
        </p:spPr>
        <p:txBody>
          <a:bodyPr>
            <a:normAutofit fontScale="80000"/>
          </a:bodyPr>
          <a:lstStyle/>
          <a:p>
            <a:pPr algn="l">
              <a:lnSpc>
                <a:spcPct val="100000"/>
              </a:lnSpc>
            </a:pPr>
            <a:r>
              <a:rPr sz="2400">
                <a:latin typeface="Arial"/>
              </a:rPr>
              <a:t>Producer: Yang Lan / Qinhan School</a:t>
            </a:r>
          </a:p>
        </p:txBody>
      </p:sp>
      <p:sp>
        <p:nvSpPr>
          <p:cNvPr id="2" name="标题 1"/>
          <p:cNvSpPr>
            <a:spLocks noGrp="1"/>
          </p:cNvSpPr>
          <p:nvPr>
            <p:ph type="title"/>
          </p:nvPr>
        </p:nvSpPr>
        <p:spPr/>
        <p:txBody>
          <a:bodyPr>
            <a:normAutofit/>
          </a:bodyPr>
          <a:lstStyle/>
          <a:p>
            <a:pPr algn="l">
              <a:lnSpc>
                <a:spcPct val="100000"/>
              </a:lnSpc>
            </a:pPr>
            <a:r>
              <a:rPr sz="2400">
                <a:latin typeface="Arial"/>
              </a:rPr>
              <a:t>Section 8: History of Artificial Intelligence (2)</a:t>
            </a:r>
          </a:p>
        </p:txBody>
      </p:sp>
      <p:sp>
        <p:nvSpPr>
          <p:cNvPr id="7" name="公司名"/>
          <p:cNvSpPr txBox="1"/>
          <p:nvPr>
            <p:custDataLst>
              <p:tags r:id="rId1"/>
            </p:custDataLst>
          </p:nvPr>
        </p:nvSpPr>
        <p:spPr>
          <a:xfrm>
            <a:off x="442825" y="677488"/>
            <a:ext cx="4516736" cy="378000"/>
          </a:xfrm>
          <a:prstGeom prst="rect">
            <a:avLst/>
          </a:prstGeom>
        </p:spPr>
        <p:txBody>
          <a:bodyPr/>
          <a:lst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64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l">
              <a:lnSpc>
                <a:spcPct val="100000"/>
              </a:lnSpc>
            </a:pPr>
            <a:r>
              <a:rPr sz="2400">
                <a:latin typeface="Arial"/>
              </a:rPr>
              <a:t>General Knowledge of Artificial Intelligence (High School Edition)</a:t>
            </a:r>
          </a:p>
        </p:txBody>
      </p:sp>
      <p:pic>
        <p:nvPicPr>
          <p:cNvPr id="4" name="图片 3" descr="秦汉logo"/>
          <p:cNvPicPr>
            <a:picLocks noChangeAspect="1"/>
          </p:cNvPicPr>
          <p:nvPr/>
        </p:nvPicPr>
        <p:blipFill>
          <a:blip r:embed="rId6"/>
          <a:stretch>
            <a:fillRect/>
          </a:stretch>
        </p:blipFill>
        <p:spPr>
          <a:xfrm>
            <a:off x="5730875" y="478155"/>
            <a:ext cx="3329847" cy="802800"/>
          </a:xfrm>
          <a:prstGeom prst="rect">
            <a:avLst/>
          </a:prstGeom>
        </p:spPr>
      </p:pic>
      <p:pic>
        <p:nvPicPr>
          <p:cNvPr id="20" name="IM 20"/>
          <p:cNvPicPr/>
          <p:nvPr>
            <p:custDataLst>
              <p:tags r:id="rId2"/>
            </p:custDataLst>
          </p:nvPr>
        </p:nvPicPr>
        <p:blipFill>
          <a:blip r:embed="rId7"/>
          <a:stretch>
            <a:fillRect/>
          </a:stretch>
        </p:blipFill>
        <p:spPr>
          <a:xfrm>
            <a:off x="1238250" y="3954145"/>
            <a:ext cx="2924810" cy="2168525"/>
          </a:xfrm>
          <a:prstGeom prst="rect">
            <a:avLst/>
          </a:prstGeom>
        </p:spPr>
      </p:pic>
      <p:pic>
        <p:nvPicPr>
          <p:cNvPr id="24" name="IM 24"/>
          <p:cNvPicPr/>
          <p:nvPr>
            <p:custDataLst>
              <p:tags r:id="rId3"/>
            </p:custDataLst>
          </p:nvPr>
        </p:nvPicPr>
        <p:blipFill>
          <a:blip r:embed="rId8"/>
          <a:stretch>
            <a:fillRect/>
          </a:stretch>
        </p:blipFill>
        <p:spPr>
          <a:xfrm>
            <a:off x="4278630" y="3954145"/>
            <a:ext cx="3649980" cy="2168525"/>
          </a:xfrm>
          <a:prstGeom prst="rect">
            <a:avLst/>
          </a:prstGeom>
        </p:spPr>
      </p:pic>
      <p:pic>
        <p:nvPicPr>
          <p:cNvPr id="38" name="IM 38"/>
          <p:cNvPicPr/>
          <p:nvPr>
            <p:custDataLst>
              <p:tags r:id="rId4"/>
            </p:custDataLst>
          </p:nvPr>
        </p:nvPicPr>
        <p:blipFill>
          <a:blip r:embed="rId9"/>
          <a:stretch>
            <a:fillRect/>
          </a:stretch>
        </p:blipFill>
        <p:spPr>
          <a:xfrm>
            <a:off x="8046720" y="3954145"/>
            <a:ext cx="3463290" cy="21685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p:cNvGraphicFramePr>
            <a:graphicFrameLocks noGrp="1"/>
          </p:cNvGraphicFramePr>
          <p:nvPr/>
        </p:nvGraphicFramePr>
        <p:xfrm>
          <a:off x="509858" y="1138654"/>
          <a:ext cx="11014003" cy="4553637"/>
        </p:xfrm>
        <a:graphic>
          <a:graphicData uri="http://schemas.openxmlformats.org/drawingml/2006/table">
            <a:tbl>
              <a:tblPr firstRow="1" bandRow="1">
                <a:tableStyleId>{21E4AEA4-8DFA-4A89-87EB-49C32662AFE0}</a:tableStyleId>
              </a:tblPr>
              <a:tblGrid>
                <a:gridCol w="11014003">
                  <a:extLst>
                    <a:ext uri="{9D8B030D-6E8A-4147-A177-3AD203B41FA5}">
                      <a16:colId xmlns:a16="http://schemas.microsoft.com/office/drawing/2014/main" val="20000"/>
                    </a:ext>
                  </a:extLst>
                </a:gridCol>
              </a:tblGrid>
              <a:tr h="888527">
                <a:tc>
                  <a:txBody>
                    <a:bodyPr/>
                    <a:lstStyle/>
                    <a:p>
                      <a:pPr algn="l">
                        <a:lnSpc>
                          <a:spcPct val="100000"/>
                        </a:lnSpc>
                      </a:pPr>
                      <a:r>
                        <a:rPr sz="2400">
                          <a:latin typeface="Arial"/>
                        </a:rPr>
                        <a:t>Learning Objectives</a:t>
                      </a:r>
                    </a:p>
                  </a:txBody>
                  <a:tcPr marL="68580" marR="68580" marT="34290" marB="34290" anchor="ctr"/>
                </a:tc>
                <a:extLst>
                  <a:ext uri="{0D108BD9-81ED-4DB2-BD59-A6C34878D82A}">
                    <a16:rowId xmlns:a16="http://schemas.microsoft.com/office/drawing/2014/main" val="10000"/>
                  </a:ext>
                </a:extLst>
              </a:tr>
              <a:tr h="3665110">
                <a:tc>
                  <a:txBody>
                    <a:bodyPr/>
                    <a:lstStyle/>
                    <a:p>
                      <a:pPr marL="457200" indent="-457200" algn="l">
                        <a:lnSpc>
                          <a:spcPct val="100000"/>
                        </a:lnSpc>
                        <a:spcBef>
                          <a:spcPts val="1200"/>
                        </a:spcBef>
                        <a:spcAft>
                          <a:spcPts val="1200"/>
                        </a:spcAft>
                        <a:buFont typeface="+mj-ea"/>
                        <a:buAutoNum type="circleNumDbPlain"/>
                      </a:pPr>
                      <a:r>
                        <a:rPr sz="2400">
                          <a:latin typeface="Arial"/>
                        </a:rPr>
                        <a:t>Understand the three major driving forces of modern AI development (data, computing power, algorithms).
Master the core features and application scenarios of deep learning and large models.
Learn about the landmark events in the history of AI (Deep Blue, AlphaGo, AlphaFold, ChatGPT).</a:t>
                      </a:r>
                    </a:p>
                  </a:txBody>
                  <a:tcPr marL="68580" marR="68580" marT="34290" marB="34290" anchor="ctr"/>
                </a:tc>
                <a:extLst>
                  <a:ext uri="{0D108BD9-81ED-4DB2-BD59-A6C34878D82A}">
                    <a16:rowId xmlns:a16="http://schemas.microsoft.com/office/drawing/2014/main" val="10001"/>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31883" y="2118167"/>
            <a:ext cx="10178926" cy="3602477"/>
          </a:xfrm>
        </p:spPr>
        <p:txBody>
          <a:bodyPr>
            <a:normAutofit lnSpcReduction="20000"/>
          </a:bodyPr>
          <a:lstStyle/>
          <a:p>
            <a:pPr algn="l">
              <a:lnSpc>
                <a:spcPct val="100000"/>
              </a:lnSpc>
            </a:pPr>
            <a:r>
              <a:rPr sz="2400">
                <a:latin typeface="Arial"/>
              </a:rPr>
              <a:t>1. Pragmatism and Resurgence (1993-2011)</a:t>
            </a:r>
          </a:p>
          <a:p>
            <a:pPr algn="l">
              <a:lnSpc>
                <a:spcPct val="100000"/>
              </a:lnSpc>
            </a:pPr>
            <a:r>
              <a:rPr sz="2400">
                <a:latin typeface="Arial"/>
              </a:rPr>
              <a:t>2. The Deep Learning Era (2011-2020)</a:t>
            </a:r>
          </a:p>
          <a:p>
            <a:pPr algn="l">
              <a:lnSpc>
                <a:spcPct val="100000"/>
              </a:lnSpc>
            </a:pPr>
            <a:r>
              <a:rPr sz="2400">
                <a:latin typeface="Arial"/>
              </a:rPr>
              <a:t>3. The Large Model Era (2020-Present)</a:t>
            </a:r>
          </a:p>
          <a:p>
            <a:pPr algn="l">
              <a:lnSpc>
                <a:spcPct val="100000"/>
              </a:lnSpc>
            </a:pPr>
            <a:r>
              <a:rPr sz="2400">
                <a:latin typeface="Arial"/>
              </a:rPr>
              <a:t>4. Summary</a:t>
            </a:r>
            <a:endParaRPr lang="zh-CN" altLang="en-US"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a:xfrm>
            <a:off x="1431882" y="490438"/>
            <a:ext cx="10178925" cy="1351451"/>
          </a:xfrm>
        </p:spPr>
        <p:txBody>
          <a:bodyPr>
            <a:normAutofit/>
          </a:bodyPr>
          <a:lstStyle/>
          <a:p>
            <a:pPr algn="l">
              <a:lnSpc>
                <a:spcPct val="100000"/>
              </a:lnSpc>
            </a:pPr>
            <a:r>
              <a:rPr sz="2400">
                <a:latin typeface="Arial"/>
              </a:rPr>
              <a:t>Table of Contents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l">
              <a:lnSpc>
                <a:spcPct val="100000"/>
              </a:lnSpc>
            </a:pPr>
            <a:r>
              <a:rPr sz="2400">
                <a:latin typeface="Arial"/>
              </a:rPr>
              <a:t>Scenario Creation</a:t>
            </a: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99630" y="2221865"/>
            <a:ext cx="4572635" cy="4572635"/>
          </a:xfrm>
          <a:prstGeom prst="rect">
            <a:avLst/>
          </a:prstGeom>
        </p:spPr>
      </p:pic>
      <p:sp>
        <p:nvSpPr>
          <p:cNvPr id="6" name="标题 1"/>
          <p:cNvSpPr txBox="1"/>
          <p:nvPr/>
        </p:nvSpPr>
        <p:spPr>
          <a:xfrm rot="5400000">
            <a:off x="2664460" y="567690"/>
            <a:ext cx="3569335" cy="5814060"/>
          </a:xfrm>
          <a:custGeom>
            <a:avLst/>
            <a:gdLst>
              <a:gd name="connsiteX0" fmla="*/ 0 w 3589020"/>
              <a:gd name="connsiteY0" fmla="*/ 4257435 h 4855617"/>
              <a:gd name="connsiteX1" fmla="*/ 0 w 3589020"/>
              <a:gd name="connsiteY1" fmla="*/ 923709 h 4855617"/>
              <a:gd name="connsiteX2" fmla="*/ 598182 w 3589020"/>
              <a:gd name="connsiteY2" fmla="*/ 325527 h 4855617"/>
              <a:gd name="connsiteX3" fmla="*/ 1554241 w 3589020"/>
              <a:gd name="connsiteY3" fmla="*/ 325527 h 4855617"/>
              <a:gd name="connsiteX4" fmla="*/ 1794510 w 3589020"/>
              <a:gd name="connsiteY4" fmla="*/ 0 h 4855617"/>
              <a:gd name="connsiteX5" fmla="*/ 2034779 w 3589020"/>
              <a:gd name="connsiteY5" fmla="*/ 325527 h 4855617"/>
              <a:gd name="connsiteX6" fmla="*/ 2990838 w 3589020"/>
              <a:gd name="connsiteY6" fmla="*/ 325527 h 4855617"/>
              <a:gd name="connsiteX7" fmla="*/ 3589020 w 3589020"/>
              <a:gd name="connsiteY7" fmla="*/ 923709 h 4855617"/>
              <a:gd name="connsiteX8" fmla="*/ 3589020 w 3589020"/>
              <a:gd name="connsiteY8" fmla="*/ 4257435 h 4855617"/>
              <a:gd name="connsiteX9" fmla="*/ 2990838 w 3589020"/>
              <a:gd name="connsiteY9" fmla="*/ 4855617 h 4855617"/>
              <a:gd name="connsiteX10" fmla="*/ 598182 w 3589020"/>
              <a:gd name="connsiteY10" fmla="*/ 4855617 h 4855617"/>
              <a:gd name="connsiteX11" fmla="*/ 0 w 3589020"/>
              <a:gd name="connsiteY11" fmla="*/ 4257435 h 4855617"/>
            </a:gdLst>
            <a:ahLst/>
            <a:cxnLst/>
            <a:rect l="l" t="t" r="r" b="b"/>
            <a:pathLst>
              <a:path w="3589020" h="4855617">
                <a:moveTo>
                  <a:pt x="0" y="4257435"/>
                </a:moveTo>
                <a:lnTo>
                  <a:pt x="0" y="923709"/>
                </a:lnTo>
                <a:cubicBezTo>
                  <a:pt x="0" y="593342"/>
                  <a:pt x="267815" y="325527"/>
                  <a:pt x="598182" y="325527"/>
                </a:cubicBezTo>
                <a:lnTo>
                  <a:pt x="1554241" y="325527"/>
                </a:lnTo>
                <a:lnTo>
                  <a:pt x="1794510" y="0"/>
                </a:lnTo>
                <a:lnTo>
                  <a:pt x="2034779" y="325527"/>
                </a:lnTo>
                <a:lnTo>
                  <a:pt x="2990838" y="325527"/>
                </a:lnTo>
                <a:cubicBezTo>
                  <a:pt x="3321205" y="325527"/>
                  <a:pt x="3589020" y="593342"/>
                  <a:pt x="3589020" y="923709"/>
                </a:cubicBezTo>
                <a:lnTo>
                  <a:pt x="3589020" y="4257435"/>
                </a:lnTo>
                <a:cubicBezTo>
                  <a:pt x="3589020" y="4587802"/>
                  <a:pt x="3321205" y="4855617"/>
                  <a:pt x="2990838" y="4855617"/>
                </a:cubicBezTo>
                <a:lnTo>
                  <a:pt x="598182" y="4855617"/>
                </a:lnTo>
                <a:cubicBezTo>
                  <a:pt x="267815" y="4855617"/>
                  <a:pt x="0" y="4587802"/>
                  <a:pt x="0" y="4257435"/>
                </a:cubicBez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1039495" y="2185670"/>
            <a:ext cx="5478780" cy="2546985"/>
          </a:xfrm>
          <a:prstGeom prst="roundRect">
            <a:avLst/>
          </a:prstGeom>
          <a:solidFill>
            <a:schemeClr val="bg1"/>
          </a:solidFill>
          <a:ln w="12700" cap="sq">
            <a:noFill/>
            <a:miter/>
          </a:ln>
          <a:effectLst>
            <a:outerShdw blurRad="63500" sx="102000" sy="102000" algn="ctr" rotWithShape="0">
              <a:schemeClr val="accent1">
                <a:lumMod val="50000"/>
                <a:alpha val="2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2" name="内容占位符 11"/>
          <p:cNvSpPr>
            <a:spLocks noGrp="1"/>
          </p:cNvSpPr>
          <p:nvPr>
            <p:ph sz="half" idx="1"/>
          </p:nvPr>
        </p:nvSpPr>
        <p:spPr>
          <a:xfrm>
            <a:off x="1370330" y="2395220"/>
            <a:ext cx="5057775" cy="2940050"/>
          </a:xfrm>
        </p:spPr>
        <p:txBody>
          <a:bodyPr>
            <a:normAutofit/>
          </a:bodyPr>
          <a:lstStyle/>
          <a:p>
            <a:pPr algn="l">
              <a:lnSpc>
                <a:spcPct val="100000"/>
              </a:lnSpc>
            </a:pPr>
            <a:r>
              <a:rPr sz="2400">
                <a:latin typeface="Arial"/>
              </a:rPr>
              <a:t>What AI tools have you used? (e.g., ChatGPT, ERNIE Bot, Suno music generation?) Give a brief introduction.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l">
              <a:lnSpc>
                <a:spcPct val="100000"/>
              </a:lnSpc>
            </a:pPr>
            <a:r>
              <a:rPr sz="2400">
                <a:latin typeface="Arial"/>
              </a:rPr>
              <a:t>Pragmatism and Resurgence (1993-2011)</a:t>
            </a:r>
            <a:endParaRPr lang="en-US" altLang="zh-CN" dirty="0" err="1">
              <a:solidFill>
                <a:srgbClr val="1F2329"/>
              </a:solidFill>
              <a:latin typeface="Noto Sans SC"/>
            </a:endParaRPr>
          </a:p>
        </p:txBody>
      </p:sp>
      <p:sp>
        <p:nvSpPr>
          <p:cNvPr id="3" name="内容占位符 2"/>
          <p:cNvSpPr>
            <a:spLocks noGrp="1"/>
          </p:cNvSpPr>
          <p:nvPr>
            <p:ph idx="1"/>
          </p:nvPr>
        </p:nvSpPr>
        <p:spPr>
          <a:xfrm>
            <a:off x="837966" y="1614209"/>
            <a:ext cx="9945672" cy="4351338"/>
          </a:xfrm>
          <a:prstGeom prst="rect">
            <a:avLst/>
          </a:prstGeom>
        </p:spPr>
        <p:txBody>
          <a:bodyPr>
            <a:normAutofit/>
          </a:bodyPr>
          <a:lstStyle/>
          <a:p>
            <a:pPr marL="230505" indent="-230505" algn="l">
              <a:lnSpc>
                <a:spcPct val="100000"/>
              </a:lnSpc>
            </a:pPr>
            <a:r>
              <a:rPr sz="2400">
                <a:latin typeface="Arial"/>
              </a:rPr>
              <a:t>After reflection in the late 1980s and early 1990s, a large number of down-to-earth researchers shed the glamorous facade of AI and began to seriously study solutions to specific problems in specific fields, achieving a series of breakthroughs in areas such as speech recognition, image recognition, and natural language processing.</a:t>
            </a:r>
            <a:endParaRPr lang="en-US" altLang="zh-CN" dirty="0"/>
          </a:p>
          <a:p>
            <a:pPr marL="230505" indent="-230505" algn="l">
              <a:lnSpc>
                <a:spcPct val="100000"/>
              </a:lnSpc>
            </a:pPr>
            <a:r>
              <a:rPr sz="2400">
                <a:latin typeface="Arial"/>
              </a:rPr>
              <a:t>During this process, researchers became increasingly aware of the importance of data and the value of statistical models. Bayesian models and neural networks received growing attention, and machine learning became the mainstream approach in AI.</a:t>
            </a:r>
            <a:endParaRPr lang="en-US" altLang="zh-CN" dirty="0"/>
          </a:p>
        </p:txBody>
      </p:sp>
      <p:pic>
        <p:nvPicPr>
          <p:cNvPr id="2" name="Picture 10" descr="IBM |创始、历史和产品|大英百科全书yabo亚博网站首页手机- yabo亚博88官网"/>
          <p:cNvPicPr>
            <a:picLocks noChangeAspect="1" noChangeArrowheads="1"/>
          </p:cNvPicPr>
          <p:nvPr>
            <p:custDataLst>
              <p:tags r:id="rId1"/>
            </p:custDataLst>
          </p:nvPr>
        </p:nvPicPr>
        <p:blipFill>
          <a:blip r:embed="rId6" cstate="print">
            <a:extLst>
              <a:ext uri="{28A0092B-C50C-407E-A947-70E740481C1C}">
                <a14:useLocalDpi xmlns:a14="http://schemas.microsoft.com/office/drawing/2010/main" val="0"/>
              </a:ext>
            </a:extLst>
          </a:blip>
          <a:srcRect/>
          <a:stretch>
            <a:fillRect/>
          </a:stretch>
        </p:blipFill>
        <p:spPr bwMode="auto">
          <a:xfrm>
            <a:off x="1782509" y="3993716"/>
            <a:ext cx="3044677" cy="1969601"/>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custDataLst>
              <p:tags r:id="rId2"/>
            </p:custDataLst>
          </p:nvPr>
        </p:nvSpPr>
        <p:spPr>
          <a:xfrm>
            <a:off x="1752399" y="6097227"/>
            <a:ext cx="3104896" cy="584775"/>
          </a:xfrm>
          <a:prstGeom prst="rect">
            <a:avLst/>
          </a:prstGeom>
          <a:noFill/>
        </p:spPr>
        <p:txBody>
          <a:bodyPr wrap="square">
            <a:spAutoFit/>
          </a:bodyPr>
          <a:lstStyle/>
          <a:p>
            <a:pPr algn="l">
              <a:lnSpc>
                <a:spcPct val="100000"/>
              </a:lnSpc>
            </a:pPr>
            <a:r>
              <a:rPr sz="2400">
                <a:latin typeface="Arial"/>
              </a:rPr>
              <a:t>In 1997, IBM's Deep Blue defeated world chess champion Garry Kasparov.</a:t>
            </a:r>
          </a:p>
        </p:txBody>
      </p:sp>
      <p:pic>
        <p:nvPicPr>
          <p:cNvPr id="7" name="Picture 12" descr="当IBM 沃森的理想照进现实(上）——How it works - 知乎"/>
          <p:cNvPicPr>
            <a:picLocks noChangeAspect="1" noChangeArrowheads="1"/>
          </p:cNvPicPr>
          <p:nvPr>
            <p:custDataLst>
              <p:tags r:id="rId3"/>
            </p:custDataLst>
          </p:nvPr>
        </p:nvPicPr>
        <p:blipFill>
          <a:blip r:embed="rId7" cstate="print">
            <a:extLst>
              <a:ext uri="{28A0092B-C50C-407E-A947-70E740481C1C}">
                <a14:useLocalDpi xmlns:a14="http://schemas.microsoft.com/office/drawing/2010/main" val="0"/>
              </a:ext>
            </a:extLst>
          </a:blip>
          <a:srcRect/>
          <a:stretch>
            <a:fillRect/>
          </a:stretch>
        </p:blipFill>
        <p:spPr bwMode="auto">
          <a:xfrm>
            <a:off x="6110282" y="3996216"/>
            <a:ext cx="3800032" cy="1969602"/>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p:cNvSpPr txBox="1"/>
          <p:nvPr>
            <p:custDataLst>
              <p:tags r:id="rId4"/>
            </p:custDataLst>
          </p:nvPr>
        </p:nvSpPr>
        <p:spPr>
          <a:xfrm>
            <a:off x="6369660" y="6097227"/>
            <a:ext cx="3281277" cy="584775"/>
          </a:xfrm>
          <a:prstGeom prst="rect">
            <a:avLst/>
          </a:prstGeom>
          <a:noFill/>
        </p:spPr>
        <p:txBody>
          <a:bodyPr wrap="square">
            <a:spAutoFit/>
          </a:bodyPr>
          <a:lstStyle/>
          <a:p>
            <a:pPr algn="l">
              <a:lnSpc>
                <a:spcPct val="100000"/>
              </a:lnSpc>
            </a:pPr>
            <a:r>
              <a:rPr sz="2400">
                <a:latin typeface="Arial"/>
              </a:rPr>
              <a:t>In 2011, IBM's Watson defeated human contestants in the game show Jeopardy!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0"/>
          </p:nvPr>
        </p:nvSpPr>
        <p:spPr/>
        <p:txBody>
          <a:bodyPr/>
          <a:lstStyle/>
          <a:p>
            <a:pPr algn="l">
              <a:lnSpc>
                <a:spcPct val="100000"/>
              </a:lnSpc>
            </a:pPr>
            <a:r>
              <a:rPr sz="2400">
                <a:latin typeface="Arial"/>
              </a:rPr>
              <a:t>7</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l">
              <a:lnSpc>
                <a:spcPct val="100000"/>
              </a:lnSpc>
            </a:pPr>
            <a:r>
              <a:rPr sz="2400">
                <a:latin typeface="Arial"/>
              </a:rPr>
              <a:t>Pragmatism and Resurgence (1993-2011)</a:t>
            </a:r>
            <a:endParaRPr lang="en-US" altLang="zh-CN" dirty="0" err="1">
              <a:solidFill>
                <a:srgbClr val="1F2329"/>
              </a:solidFill>
              <a:latin typeface="Noto Sans SC"/>
            </a:endParaRPr>
          </a:p>
        </p:txBody>
      </p:sp>
      <p:sp>
        <p:nvSpPr>
          <p:cNvPr id="9" name="标题 1"/>
          <p:cNvSpPr txBox="1"/>
          <p:nvPr>
            <p:custDataLst>
              <p:tags r:id="rId1"/>
            </p:custDataLst>
          </p:nvPr>
        </p:nvSpPr>
        <p:spPr>
          <a:xfrm>
            <a:off x="1137285" y="2454910"/>
            <a:ext cx="5774055" cy="4225290"/>
          </a:xfrm>
          <a:prstGeom prst="roundRect">
            <a:avLst>
              <a:gd name="adj" fmla="val 3877"/>
            </a:avLst>
          </a:prstGeom>
          <a:no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custDataLst>
              <p:tags r:id="rId2"/>
            </p:custDataLst>
          </p:nvPr>
        </p:nvSpPr>
        <p:spPr>
          <a:xfrm>
            <a:off x="1403350" y="2724150"/>
            <a:ext cx="5353050" cy="3956050"/>
          </a:xfrm>
          <a:prstGeom prst="rect">
            <a:avLst/>
          </a:prstGeom>
          <a:noFill/>
          <a:ln>
            <a:noFill/>
          </a:ln>
        </p:spPr>
        <p:txBody>
          <a:bodyPr vert="horz" wrap="square" lIns="0" tIns="0" rIns="0" bIns="0" rtlCol="0" anchor="t"/>
          <a:lstStyle/>
          <a:p>
            <a:pPr marL="306070" indent="-306070" algn="l">
              <a:lnSpc>
                <a:spcPct val="100000"/>
              </a:lnSpc>
              <a:spcBef>
                <a:spcPts val="500"/>
              </a:spcBef>
              <a:spcAft>
                <a:spcPts val="1000"/>
              </a:spcAft>
              <a:buClr>
                <a:schemeClr val="accent2"/>
              </a:buClr>
              <a:buSzPct val="92000"/>
              <a:buFont typeface="Wingdings" panose="05000000000000000000" pitchFamily="2" charset="2"/>
              <a:buChar char="n"/>
            </a:pPr>
            <a:r>
              <a:rPr sz="2400">
                <a:latin typeface="Arial"/>
              </a:rPr>
              <a:t>After the 1990s, with the popularization of the internet and mobile internet, people began to create and share large amounts of data online, including news webpages, knowledge-sharing communities, social media, and public paper repositories. The accumulation of this data provided rich learning material for the development of artificial intelligence.</a:t>
            </a:r>
          </a:p>
          <a:p>
            <a:pPr marL="306070" indent="-306070" algn="l">
              <a:lnSpc>
                <a:spcPct val="100000"/>
              </a:lnSpc>
              <a:spcBef>
                <a:spcPts val="500"/>
              </a:spcBef>
              <a:spcAft>
                <a:spcPts val="1000"/>
              </a:spcAft>
              <a:buClr>
                <a:schemeClr val="accent2"/>
              </a:buClr>
              <a:buSzPct val="92000"/>
              <a:buFont typeface="Wingdings" panose="05000000000000000000" pitchFamily="2" charset="2"/>
              <a:buChar char="n"/>
            </a:pPr>
            <a:r>
              <a:rPr sz="2400">
                <a:latin typeface="Arial"/>
              </a:rPr>
              <a:t>At the same time, computer performance steadily improved. Moore's Law states that the number of transistors that can be placed on an integrated circuit doubles approximately every two years. This trend drove increases in computer speed and memory capacity, which in turn provided powerful computing resources for the development of artificial intelligence.</a:t>
            </a:r>
          </a:p>
        </p:txBody>
      </p:sp>
      <p:sp>
        <p:nvSpPr>
          <p:cNvPr id="11" name="标题 1"/>
          <p:cNvSpPr txBox="1"/>
          <p:nvPr>
            <p:custDataLst>
              <p:tags r:id="rId3"/>
            </p:custDataLst>
          </p:nvPr>
        </p:nvSpPr>
        <p:spPr>
          <a:xfrm>
            <a:off x="664155" y="3943018"/>
            <a:ext cx="954157" cy="954157"/>
          </a:xfrm>
          <a:prstGeom prst="ellipse">
            <a:avLst/>
          </a:prstGeom>
          <a:gradFill>
            <a:gsLst>
              <a:gs pos="0">
                <a:schemeClr val="accent1"/>
              </a:gs>
              <a:gs pos="100000">
                <a:schemeClr val="accent1">
                  <a:lumMod val="75000"/>
                </a:schemeClr>
              </a:gs>
            </a:gsLst>
            <a:lin ang="5400000" scaled="0"/>
          </a:gradFill>
          <a:ln w="12700" cap="sq">
            <a:solidFill>
              <a:schemeClr val="accent1">
                <a:lumMod val="40000"/>
                <a:lumOff val="6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custDataLst>
              <p:tags r:id="rId4"/>
            </p:custDataLst>
          </p:nvPr>
        </p:nvSpPr>
        <p:spPr>
          <a:xfrm>
            <a:off x="722970" y="4001833"/>
            <a:ext cx="836526" cy="836526"/>
          </a:xfrm>
          <a:prstGeom prst="ellipse">
            <a:avLst/>
          </a:prstGeom>
          <a:gradFill>
            <a:gsLst>
              <a:gs pos="0">
                <a:schemeClr val="accent1"/>
              </a:gs>
              <a:gs pos="100000">
                <a:schemeClr val="accent1">
                  <a:lumMod val="75000"/>
                </a:schemeClr>
              </a:gs>
            </a:gsLst>
            <a:lin ang="5400000" scaled="0"/>
          </a:gradFill>
          <a:ln w="12700" cap="sq">
            <a:solidFill>
              <a:schemeClr val="accent1">
                <a:lumMod val="40000"/>
                <a:lumOff val="6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custDataLst>
              <p:tags r:id="rId5"/>
            </p:custDataLst>
          </p:nvPr>
        </p:nvSpPr>
        <p:spPr>
          <a:xfrm>
            <a:off x="972822" y="4257118"/>
            <a:ext cx="336823" cy="325956"/>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6" name="标题 1"/>
          <p:cNvSpPr txBox="1"/>
          <p:nvPr>
            <p:custDataLst>
              <p:tags r:id="rId6"/>
            </p:custDataLst>
          </p:nvPr>
        </p:nvSpPr>
        <p:spPr>
          <a:xfrm>
            <a:off x="1245358" y="158415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custDataLst>
              <p:tags r:id="rId7"/>
            </p:custDataLst>
          </p:nvPr>
        </p:nvSpPr>
        <p:spPr>
          <a:xfrm>
            <a:off x="1576097" y="1716720"/>
            <a:ext cx="10671175" cy="468000"/>
          </a:xfrm>
          <a:prstGeom prst="rect">
            <a:avLst/>
          </a:prstGeom>
          <a:noFill/>
          <a:ln>
            <a:noFill/>
          </a:ln>
        </p:spPr>
        <p:txBody>
          <a:bodyPr vert="horz" wrap="square" lIns="0" tIns="0" rIns="0" bIns="0" rtlCol="0" anchor="ctr"/>
          <a:lstStyle/>
          <a:p>
            <a:pPr algn="l">
              <a:lnSpc>
                <a:spcPct val="100000"/>
              </a:lnSpc>
            </a:pPr>
            <a:r>
              <a:rPr sz="2400">
                <a:latin typeface="Arial"/>
              </a:rPr>
              <a:t>Accumulation of Data and Improvement of Hardware</a:t>
            </a:r>
            <a:endParaRPr kumimoji="1" lang="zh-CN" altLang="en-US"/>
          </a:p>
        </p:txBody>
      </p:sp>
      <p:sp>
        <p:nvSpPr>
          <p:cNvPr id="18" name="标题 1"/>
          <p:cNvSpPr txBox="1"/>
          <p:nvPr>
            <p:custDataLst>
              <p:tags r:id="rId8"/>
            </p:custDataLst>
          </p:nvPr>
        </p:nvSpPr>
        <p:spPr>
          <a:xfrm rot="3301400" flipH="1">
            <a:off x="870615" y="171432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19" name="IM 10"/>
          <p:cNvPicPr/>
          <p:nvPr>
            <p:custDataLst>
              <p:tags r:id="rId9"/>
            </p:custDataLst>
          </p:nvPr>
        </p:nvPicPr>
        <p:blipFill>
          <a:blip r:embed="rId11"/>
          <a:stretch>
            <a:fillRect/>
          </a:stretch>
        </p:blipFill>
        <p:spPr>
          <a:xfrm>
            <a:off x="7102475" y="2185035"/>
            <a:ext cx="4689475" cy="39306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l">
              <a:lnSpc>
                <a:spcPct val="100000"/>
              </a:lnSpc>
            </a:pPr>
            <a:r>
              <a:rPr sz="2400">
                <a:latin typeface="Arial"/>
              </a:rPr>
              <a:t>Pragmatism and Resurgence (1993-2011)</a:t>
            </a:r>
            <a:endParaRPr lang="en-US" altLang="zh-CN" dirty="0" err="1">
              <a:solidFill>
                <a:srgbClr val="1F2329"/>
              </a:solidFill>
              <a:latin typeface="Noto Sans SC"/>
            </a:endParaRPr>
          </a:p>
        </p:txBody>
      </p:sp>
      <p:sp>
        <p:nvSpPr>
          <p:cNvPr id="9" name="标题 1"/>
          <p:cNvSpPr txBox="1"/>
          <p:nvPr>
            <p:custDataLst>
              <p:tags r:id="rId1"/>
            </p:custDataLst>
          </p:nvPr>
        </p:nvSpPr>
        <p:spPr>
          <a:xfrm>
            <a:off x="1137285" y="2454910"/>
            <a:ext cx="7631430" cy="4140835"/>
          </a:xfrm>
          <a:prstGeom prst="roundRect">
            <a:avLst>
              <a:gd name="adj" fmla="val 3877"/>
            </a:avLst>
          </a:prstGeom>
          <a:no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custDataLst>
              <p:tags r:id="rId2"/>
            </p:custDataLst>
          </p:nvPr>
        </p:nvSpPr>
        <p:spPr>
          <a:xfrm>
            <a:off x="1403350" y="2724150"/>
            <a:ext cx="7096125" cy="3478530"/>
          </a:xfrm>
          <a:prstGeom prst="rect">
            <a:avLst/>
          </a:prstGeom>
          <a:noFill/>
          <a:ln>
            <a:noFill/>
          </a:ln>
        </p:spPr>
        <p:txBody>
          <a:bodyPr vert="horz" wrap="square" lIns="0" tIns="0" rIns="0" bIns="0" rtlCol="0" anchor="t"/>
          <a:lstStyle/>
          <a:p>
            <a:pPr marL="306070" indent="-306070" algn="l">
              <a:lnSpc>
                <a:spcPct val="100000"/>
              </a:lnSpc>
              <a:spcBef>
                <a:spcPts val="500"/>
              </a:spcBef>
              <a:spcAft>
                <a:spcPts val="1000"/>
              </a:spcAft>
              <a:buClr>
                <a:schemeClr val="accent2"/>
              </a:buClr>
              <a:buSzPct val="92000"/>
              <a:buFont typeface="Wingdings" panose="05000000000000000000" pitchFamily="2" charset="2"/>
              <a:buChar char="n"/>
            </a:pPr>
            <a:r>
              <a:rPr sz="2400">
                <a:latin typeface="Arial"/>
              </a:rPr>
              <a:t>Machine learning refers to the method of enabling machines to autonomously learn knowledge and patterns from data.</a:t>
            </a:r>
          </a:p>
          <a:p>
            <a:pPr marL="306070" indent="-306070" algn="l">
              <a:lnSpc>
                <a:spcPct val="100000"/>
              </a:lnSpc>
              <a:spcBef>
                <a:spcPts val="500"/>
              </a:spcBef>
              <a:spcAft>
                <a:spcPts val="1000"/>
              </a:spcAft>
              <a:buClr>
                <a:schemeClr val="accent2"/>
              </a:buClr>
              <a:buSzPct val="92000"/>
              <a:buFont typeface="Wingdings" panose="05000000000000000000" pitchFamily="2" charset="2"/>
              <a:buChar char="n"/>
            </a:pPr>
            <a:r>
              <a:rPr sz="2400">
                <a:latin typeface="Arial"/>
              </a:rPr>
              <a:t>After the 1990s, with the accumulation of data and advances in computer hardware, machine learning truly began to demonstrate its application capabilities. During this period, probabilistic statistical models and neural networks became the two main machine learning methods.</a:t>
            </a:r>
          </a:p>
          <a:p>
            <a:pPr marL="306070" indent="-306070" algn="l">
              <a:lnSpc>
                <a:spcPct val="100000"/>
              </a:lnSpc>
              <a:spcBef>
                <a:spcPts val="500"/>
              </a:spcBef>
              <a:spcAft>
                <a:spcPts val="1000"/>
              </a:spcAft>
              <a:buClr>
                <a:schemeClr val="accent2"/>
              </a:buClr>
              <a:buSzPct val="92000"/>
              <a:buFont typeface="Wingdings" panose="05000000000000000000" pitchFamily="2" charset="2"/>
              <a:buChar char="n"/>
            </a:pPr>
            <a:r>
              <a:rPr sz="2400">
                <a:latin typeface="Arial"/>
              </a:rPr>
              <a:t>Probabilistic statistical models can be considered an extension of symbolic systems, using probability to describe the uncertainty of events and the correlation between different events.</a:t>
            </a:r>
          </a:p>
          <a:p>
            <a:pPr marL="306070" indent="-306070" algn="l">
              <a:lnSpc>
                <a:spcPct val="100000"/>
              </a:lnSpc>
              <a:spcBef>
                <a:spcPts val="500"/>
              </a:spcBef>
              <a:spcAft>
                <a:spcPts val="1000"/>
              </a:spcAft>
              <a:buClr>
                <a:schemeClr val="accent2"/>
              </a:buClr>
              <a:buSzPct val="92000"/>
              <a:buFont typeface="Wingdings" panose="05000000000000000000" pitchFamily="2" charset="2"/>
              <a:buChar char="n"/>
            </a:pPr>
            <a:r>
              <a:rPr sz="2400">
                <a:latin typeface="Arial"/>
              </a:rPr>
              <a:t>Artificial neural networks, on the other hand, simulate the working mechanism of the brain, achieving functions by interconnecting neurons into a network. Although each neuron is simple, when these neurons are connected in complex ways, they can perform extremely complex functions.</a:t>
            </a:r>
            <a:endParaRPr lang="zh-CN" altLang="en-US" sz="2000">
              <a:solidFill>
                <a:schemeClr val="tx2"/>
              </a:solidFill>
              <a:latin typeface="微软雅黑" panose="020B0503020204020204" pitchFamily="34" charset="-122"/>
              <a:ea typeface="微软雅黑" panose="020B0503020204020204" pitchFamily="34" charset="-122"/>
            </a:endParaRPr>
          </a:p>
        </p:txBody>
      </p:sp>
      <p:sp>
        <p:nvSpPr>
          <p:cNvPr id="11" name="标题 1"/>
          <p:cNvSpPr txBox="1"/>
          <p:nvPr>
            <p:custDataLst>
              <p:tags r:id="rId3"/>
            </p:custDataLst>
          </p:nvPr>
        </p:nvSpPr>
        <p:spPr>
          <a:xfrm>
            <a:off x="664155" y="3687748"/>
            <a:ext cx="954157" cy="954157"/>
          </a:xfrm>
          <a:prstGeom prst="ellipse">
            <a:avLst/>
          </a:prstGeom>
          <a:gradFill>
            <a:gsLst>
              <a:gs pos="0">
                <a:schemeClr val="accent1"/>
              </a:gs>
              <a:gs pos="100000">
                <a:schemeClr val="accent1">
                  <a:lumMod val="75000"/>
                </a:schemeClr>
              </a:gs>
            </a:gsLst>
            <a:lin ang="5400000" scaled="0"/>
          </a:gradFill>
          <a:ln w="12700" cap="sq">
            <a:solidFill>
              <a:schemeClr val="accent1">
                <a:lumMod val="40000"/>
                <a:lumOff val="6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custDataLst>
              <p:tags r:id="rId4"/>
            </p:custDataLst>
          </p:nvPr>
        </p:nvSpPr>
        <p:spPr>
          <a:xfrm>
            <a:off x="722970" y="3746563"/>
            <a:ext cx="836526" cy="836526"/>
          </a:xfrm>
          <a:prstGeom prst="ellipse">
            <a:avLst/>
          </a:prstGeom>
          <a:gradFill>
            <a:gsLst>
              <a:gs pos="0">
                <a:schemeClr val="accent1"/>
              </a:gs>
              <a:gs pos="100000">
                <a:schemeClr val="accent1">
                  <a:lumMod val="75000"/>
                </a:schemeClr>
              </a:gs>
            </a:gsLst>
            <a:lin ang="5400000" scaled="0"/>
          </a:gradFill>
          <a:ln w="12700" cap="sq">
            <a:solidFill>
              <a:schemeClr val="accent1">
                <a:lumMod val="40000"/>
                <a:lumOff val="6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custDataLst>
              <p:tags r:id="rId5"/>
            </p:custDataLst>
          </p:nvPr>
        </p:nvSpPr>
        <p:spPr>
          <a:xfrm>
            <a:off x="972822" y="4001848"/>
            <a:ext cx="336823" cy="325956"/>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6" name="标题 1"/>
          <p:cNvSpPr txBox="1"/>
          <p:nvPr>
            <p:custDataLst>
              <p:tags r:id="rId6"/>
            </p:custDataLst>
          </p:nvPr>
        </p:nvSpPr>
        <p:spPr>
          <a:xfrm>
            <a:off x="1245358" y="158415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custDataLst>
              <p:tags r:id="rId7"/>
            </p:custDataLst>
          </p:nvPr>
        </p:nvSpPr>
        <p:spPr>
          <a:xfrm>
            <a:off x="1576097" y="1716720"/>
            <a:ext cx="10671175" cy="468000"/>
          </a:xfrm>
          <a:prstGeom prst="rect">
            <a:avLst/>
          </a:prstGeom>
          <a:noFill/>
          <a:ln>
            <a:noFill/>
          </a:ln>
        </p:spPr>
        <p:txBody>
          <a:bodyPr vert="horz" wrap="square" lIns="0" tIns="0" rIns="0" bIns="0" rtlCol="0" anchor="ctr"/>
          <a:lstStyle/>
          <a:p>
            <a:pPr algn="l">
              <a:lnSpc>
                <a:spcPct val="100000"/>
              </a:lnSpc>
            </a:pPr>
            <a:r>
              <a:rPr sz="2400">
                <a:latin typeface="Arial"/>
              </a:rPr>
              <a:t>Machine Learning Methods</a:t>
            </a:r>
          </a:p>
        </p:txBody>
      </p:sp>
      <p:sp>
        <p:nvSpPr>
          <p:cNvPr id="18" name="标题 1"/>
          <p:cNvSpPr txBox="1"/>
          <p:nvPr>
            <p:custDataLst>
              <p:tags r:id="rId8"/>
            </p:custDataLst>
          </p:nvPr>
        </p:nvSpPr>
        <p:spPr>
          <a:xfrm rot="3301400" flipH="1">
            <a:off x="870615" y="171432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14" name="IM 14"/>
          <p:cNvPicPr/>
          <p:nvPr>
            <p:custDataLst>
              <p:tags r:id="rId9"/>
            </p:custDataLst>
          </p:nvPr>
        </p:nvPicPr>
        <p:blipFill>
          <a:blip r:embed="rId12"/>
          <a:stretch>
            <a:fillRect/>
          </a:stretch>
        </p:blipFill>
        <p:spPr>
          <a:xfrm>
            <a:off x="9105265" y="1255078"/>
            <a:ext cx="2955290" cy="2099945"/>
          </a:xfrm>
          <a:prstGeom prst="rect">
            <a:avLst/>
          </a:prstGeom>
        </p:spPr>
      </p:pic>
      <p:pic>
        <p:nvPicPr>
          <p:cNvPr id="2" name="IM 16"/>
          <p:cNvPicPr/>
          <p:nvPr>
            <p:custDataLst>
              <p:tags r:id="rId10"/>
            </p:custDataLst>
          </p:nvPr>
        </p:nvPicPr>
        <p:blipFill>
          <a:blip r:embed="rId13"/>
          <a:stretch>
            <a:fillRect/>
          </a:stretch>
        </p:blipFill>
        <p:spPr>
          <a:xfrm>
            <a:off x="9096375" y="4045903"/>
            <a:ext cx="2964180" cy="25495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l">
              <a:lnSpc>
                <a:spcPct val="100000"/>
              </a:lnSpc>
            </a:pPr>
            <a:r>
              <a:rPr sz="2400">
                <a:latin typeface="Arial"/>
              </a:rPr>
              <a:t>Pragmatism and Resurgence (1993-2011)</a:t>
            </a:r>
            <a:endParaRPr lang="en-US" altLang="zh-CN" dirty="0" err="1">
              <a:solidFill>
                <a:srgbClr val="1F2329"/>
              </a:solidFill>
              <a:latin typeface="Noto Sans SC"/>
            </a:endParaRPr>
          </a:p>
        </p:txBody>
      </p:sp>
      <p:sp>
        <p:nvSpPr>
          <p:cNvPr id="9" name="标题 1"/>
          <p:cNvSpPr txBox="1"/>
          <p:nvPr>
            <p:custDataLst>
              <p:tags r:id="rId1"/>
            </p:custDataLst>
          </p:nvPr>
        </p:nvSpPr>
        <p:spPr>
          <a:xfrm>
            <a:off x="1137285" y="2324735"/>
            <a:ext cx="6275705" cy="4456430"/>
          </a:xfrm>
          <a:prstGeom prst="roundRect">
            <a:avLst>
              <a:gd name="adj" fmla="val 3877"/>
            </a:avLst>
          </a:prstGeom>
          <a:no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custDataLst>
              <p:tags r:id="rId2"/>
            </p:custDataLst>
          </p:nvPr>
        </p:nvSpPr>
        <p:spPr>
          <a:xfrm>
            <a:off x="1403350" y="2593975"/>
            <a:ext cx="5775325" cy="3478530"/>
          </a:xfrm>
          <a:prstGeom prst="rect">
            <a:avLst/>
          </a:prstGeom>
          <a:noFill/>
          <a:ln>
            <a:noFill/>
          </a:ln>
        </p:spPr>
        <p:txBody>
          <a:bodyPr vert="horz" wrap="square" lIns="0" tIns="0" rIns="0" bIns="0" rtlCol="0" anchor="t"/>
          <a:lstStyle/>
          <a:p>
            <a:pPr marL="306070" indent="-306070" algn="l">
              <a:lnSpc>
                <a:spcPct val="100000"/>
              </a:lnSpc>
              <a:spcBef>
                <a:spcPts val="500"/>
              </a:spcBef>
              <a:spcAft>
                <a:spcPts val="1000"/>
              </a:spcAft>
              <a:buClr>
                <a:schemeClr val="accent2"/>
              </a:buClr>
              <a:buSzPct val="92000"/>
              <a:buFont typeface="Wingdings" panose="05000000000000000000" pitchFamily="2" charset="2"/>
              <a:buChar char="n"/>
            </a:pPr>
            <a:r>
              <a:rPr sz="2400">
                <a:latin typeface="Arial"/>
              </a:rPr>
              <a:t>During this period, artificial intelligence achieved many landmark accomplishments.</a:t>
            </a:r>
          </a:p>
          <a:p>
            <a:pPr marL="306070" indent="-306070" algn="l">
              <a:lnSpc>
                <a:spcPct val="100000"/>
              </a:lnSpc>
              <a:spcBef>
                <a:spcPts val="500"/>
              </a:spcBef>
              <a:spcAft>
                <a:spcPts val="1000"/>
              </a:spcAft>
              <a:buClr>
                <a:schemeClr val="accent2"/>
              </a:buClr>
              <a:buSzPct val="92000"/>
              <a:buFont typeface="Wingdings" panose="05000000000000000000" pitchFamily="2" charset="2"/>
              <a:buChar char="n"/>
            </a:pPr>
            <a:r>
              <a:rPr sz="2400">
                <a:latin typeface="Arial"/>
              </a:rPr>
              <a:t>For example, in 1997, IBM's Deep Blue computer defeated world chess champion Garry Kasparov, proving that machines could potentially surpass top human players in board games with clear rules.</a:t>
            </a:r>
          </a:p>
          <a:p>
            <a:pPr marL="306070" indent="-306070" algn="l">
              <a:lnSpc>
                <a:spcPct val="100000"/>
              </a:lnSpc>
              <a:spcBef>
                <a:spcPts val="500"/>
              </a:spcBef>
              <a:spcAft>
                <a:spcPts val="1000"/>
              </a:spcAft>
              <a:buClr>
                <a:schemeClr val="accent2"/>
              </a:buClr>
              <a:buSzPct val="92000"/>
              <a:buFont typeface="Wingdings" panose="05000000000000000000" pitchFamily="2" charset="2"/>
              <a:buChar char="n"/>
            </a:pPr>
            <a:r>
              <a:rPr sz="2400">
                <a:latin typeface="Arial"/>
              </a:rPr>
              <a:t>In 2005, Stanford University's self-driving car, Stanley, won first place in the DARPA Grand Challenge, promoting the rapid development of autonomous driving technology.</a:t>
            </a:r>
          </a:p>
          <a:p>
            <a:pPr marL="306070" indent="-306070" algn="l">
              <a:lnSpc>
                <a:spcPct val="100000"/>
              </a:lnSpc>
              <a:spcBef>
                <a:spcPts val="500"/>
              </a:spcBef>
              <a:spcAft>
                <a:spcPts val="1000"/>
              </a:spcAft>
              <a:buClr>
                <a:schemeClr val="accent2"/>
              </a:buClr>
              <a:buSzPct val="92000"/>
              <a:buFont typeface="Wingdings" panose="05000000000000000000" pitchFamily="2" charset="2"/>
              <a:buChar char="n"/>
            </a:pPr>
            <a:r>
              <a:rPr sz="2400">
                <a:latin typeface="Arial"/>
              </a:rPr>
              <a:t>In 2011, IBM's Watson AI system defeated two human champions on the American TV show 'Jeopardy!', demonstrating significant progress in natural language processing technology.</a:t>
            </a:r>
            <a:endParaRPr lang="zh-CN" altLang="en-US" sz="2000">
              <a:solidFill>
                <a:schemeClr val="tx2"/>
              </a:solidFill>
              <a:latin typeface="微软雅黑" panose="020B0503020204020204" pitchFamily="34" charset="-122"/>
              <a:ea typeface="微软雅黑" panose="020B0503020204020204" pitchFamily="34" charset="-122"/>
            </a:endParaRPr>
          </a:p>
        </p:txBody>
      </p:sp>
      <p:sp>
        <p:nvSpPr>
          <p:cNvPr id="11" name="标题 1"/>
          <p:cNvSpPr txBox="1"/>
          <p:nvPr>
            <p:custDataLst>
              <p:tags r:id="rId3"/>
            </p:custDataLst>
          </p:nvPr>
        </p:nvSpPr>
        <p:spPr>
          <a:xfrm>
            <a:off x="664155" y="3557573"/>
            <a:ext cx="954157" cy="954157"/>
          </a:xfrm>
          <a:prstGeom prst="ellipse">
            <a:avLst/>
          </a:prstGeom>
          <a:gradFill>
            <a:gsLst>
              <a:gs pos="0">
                <a:schemeClr val="accent1"/>
              </a:gs>
              <a:gs pos="100000">
                <a:schemeClr val="accent1">
                  <a:lumMod val="75000"/>
                </a:schemeClr>
              </a:gs>
            </a:gsLst>
            <a:lin ang="5400000" scaled="0"/>
          </a:gradFill>
          <a:ln w="12700" cap="sq">
            <a:solidFill>
              <a:schemeClr val="accent1">
                <a:lumMod val="40000"/>
                <a:lumOff val="6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custDataLst>
              <p:tags r:id="rId4"/>
            </p:custDataLst>
          </p:nvPr>
        </p:nvSpPr>
        <p:spPr>
          <a:xfrm>
            <a:off x="722970" y="3616388"/>
            <a:ext cx="836526" cy="836526"/>
          </a:xfrm>
          <a:prstGeom prst="ellipse">
            <a:avLst/>
          </a:prstGeom>
          <a:gradFill>
            <a:gsLst>
              <a:gs pos="0">
                <a:schemeClr val="accent1"/>
              </a:gs>
              <a:gs pos="100000">
                <a:schemeClr val="accent1">
                  <a:lumMod val="75000"/>
                </a:schemeClr>
              </a:gs>
            </a:gsLst>
            <a:lin ang="5400000" scaled="0"/>
          </a:gradFill>
          <a:ln w="12700" cap="sq">
            <a:solidFill>
              <a:schemeClr val="accent1">
                <a:lumMod val="40000"/>
                <a:lumOff val="6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custDataLst>
              <p:tags r:id="rId5"/>
            </p:custDataLst>
          </p:nvPr>
        </p:nvSpPr>
        <p:spPr>
          <a:xfrm>
            <a:off x="972822" y="3871673"/>
            <a:ext cx="336823" cy="325956"/>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6" name="标题 1"/>
          <p:cNvSpPr txBox="1"/>
          <p:nvPr>
            <p:custDataLst>
              <p:tags r:id="rId6"/>
            </p:custDataLst>
          </p:nvPr>
        </p:nvSpPr>
        <p:spPr>
          <a:xfrm>
            <a:off x="1245358" y="158415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custDataLst>
              <p:tags r:id="rId7"/>
            </p:custDataLst>
          </p:nvPr>
        </p:nvSpPr>
        <p:spPr>
          <a:xfrm>
            <a:off x="1576097" y="1716720"/>
            <a:ext cx="10671175" cy="468000"/>
          </a:xfrm>
          <a:prstGeom prst="rect">
            <a:avLst/>
          </a:prstGeom>
          <a:noFill/>
          <a:ln>
            <a:noFill/>
          </a:ln>
        </p:spPr>
        <p:txBody>
          <a:bodyPr vert="horz" wrap="square" lIns="0" tIns="0" rIns="0" bIns="0" rtlCol="0" anchor="ctr"/>
          <a:lstStyle/>
          <a:p>
            <a:pPr algn="l">
              <a:lnSpc>
                <a:spcPct val="100000"/>
              </a:lnSpc>
            </a:pPr>
            <a:r>
              <a:rPr sz="2400">
                <a:latin typeface="Arial"/>
              </a:rPr>
              <a:t>Representative Achievements</a:t>
            </a:r>
          </a:p>
        </p:txBody>
      </p:sp>
      <p:sp>
        <p:nvSpPr>
          <p:cNvPr id="18" name="标题 1"/>
          <p:cNvSpPr txBox="1"/>
          <p:nvPr>
            <p:custDataLst>
              <p:tags r:id="rId8"/>
            </p:custDataLst>
          </p:nvPr>
        </p:nvSpPr>
        <p:spPr>
          <a:xfrm rot="3301400" flipH="1">
            <a:off x="870615" y="171432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20" name="IM 20"/>
          <p:cNvPicPr/>
          <p:nvPr>
            <p:custDataLst>
              <p:tags r:id="rId9"/>
            </p:custDataLst>
          </p:nvPr>
        </p:nvPicPr>
        <p:blipFill>
          <a:blip r:embed="rId13"/>
          <a:stretch>
            <a:fillRect/>
          </a:stretch>
        </p:blipFill>
        <p:spPr>
          <a:xfrm>
            <a:off x="8813165" y="365125"/>
            <a:ext cx="2924810" cy="2168525"/>
          </a:xfrm>
          <a:prstGeom prst="rect">
            <a:avLst/>
          </a:prstGeom>
        </p:spPr>
      </p:pic>
      <p:pic>
        <p:nvPicPr>
          <p:cNvPr id="22" name="IM 22"/>
          <p:cNvPicPr/>
          <p:nvPr>
            <p:custDataLst>
              <p:tags r:id="rId10"/>
            </p:custDataLst>
          </p:nvPr>
        </p:nvPicPr>
        <p:blipFill>
          <a:blip r:embed="rId14"/>
          <a:stretch>
            <a:fillRect/>
          </a:stretch>
        </p:blipFill>
        <p:spPr>
          <a:xfrm>
            <a:off x="7668895" y="2678430"/>
            <a:ext cx="2924175" cy="2007870"/>
          </a:xfrm>
          <a:prstGeom prst="rect">
            <a:avLst/>
          </a:prstGeom>
        </p:spPr>
      </p:pic>
      <p:pic>
        <p:nvPicPr>
          <p:cNvPr id="24" name="IM 24"/>
          <p:cNvPicPr/>
          <p:nvPr>
            <p:custDataLst>
              <p:tags r:id="rId11"/>
            </p:custDataLst>
          </p:nvPr>
        </p:nvPicPr>
        <p:blipFill>
          <a:blip r:embed="rId15"/>
          <a:stretch>
            <a:fillRect/>
          </a:stretch>
        </p:blipFill>
        <p:spPr>
          <a:xfrm>
            <a:off x="8291195" y="4838065"/>
            <a:ext cx="3446780" cy="16694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l">
              <a:lnSpc>
                <a:spcPct val="100000"/>
              </a:lnSpc>
            </a:pPr>
            <a:r>
              <a:rPr sz="2400">
                <a:latin typeface="Arial"/>
              </a:rPr>
              <a:t>The Deep Learning Era (2011-2020)</a:t>
            </a:r>
          </a:p>
        </p:txBody>
      </p:sp>
      <p:sp>
        <p:nvSpPr>
          <p:cNvPr id="9" name="标题 1"/>
          <p:cNvSpPr txBox="1"/>
          <p:nvPr>
            <p:custDataLst>
              <p:tags r:id="rId1"/>
            </p:custDataLst>
          </p:nvPr>
        </p:nvSpPr>
        <p:spPr>
          <a:xfrm>
            <a:off x="1137285" y="2454910"/>
            <a:ext cx="6275705" cy="3573780"/>
          </a:xfrm>
          <a:prstGeom prst="roundRect">
            <a:avLst>
              <a:gd name="adj" fmla="val 3877"/>
            </a:avLst>
          </a:prstGeom>
          <a:no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custDataLst>
              <p:tags r:id="rId2"/>
            </p:custDataLst>
          </p:nvPr>
        </p:nvSpPr>
        <p:spPr>
          <a:xfrm>
            <a:off x="1403350" y="2724150"/>
            <a:ext cx="5775325" cy="3478530"/>
          </a:xfrm>
          <a:prstGeom prst="rect">
            <a:avLst/>
          </a:prstGeom>
          <a:noFill/>
          <a:ln>
            <a:noFill/>
          </a:ln>
        </p:spPr>
        <p:txBody>
          <a:bodyPr vert="horz" wrap="square" lIns="0" tIns="0" rIns="0" bIns="0" rtlCol="0" anchor="t"/>
          <a:lstStyle/>
          <a:p>
            <a:pPr marL="306070" indent="-306070" algn="l">
              <a:lnSpc>
                <a:spcPct val="100000"/>
              </a:lnSpc>
              <a:spcBef>
                <a:spcPts val="500"/>
              </a:spcBef>
              <a:spcAft>
                <a:spcPts val="1000"/>
              </a:spcAft>
              <a:buClr>
                <a:schemeClr val="accent2"/>
              </a:buClr>
              <a:buSzPct val="92000"/>
              <a:buFont typeface="Wingdings" panose="05000000000000000000" pitchFamily="2" charset="2"/>
              <a:buChar char="n"/>
            </a:pPr>
            <a:r>
              <a:rPr sz="2400">
                <a:latin typeface="Arial"/>
              </a:rPr>
              <a:t>In 2012, Geoffrey Hinton and his team first applied deep learning technology in the ImageNet Large Scale Visual Recognition Challenge, training an 8-layer convolutional neural network called AlexNet, which reduced the error rate by 10% in one fell swoop.</a:t>
            </a:r>
          </a:p>
          <a:p>
            <a:pPr marL="306070" indent="-306070" algn="l">
              <a:lnSpc>
                <a:spcPct val="100000"/>
              </a:lnSpc>
              <a:spcBef>
                <a:spcPts val="500"/>
              </a:spcBef>
              <a:spcAft>
                <a:spcPts val="1000"/>
              </a:spcAft>
              <a:buClr>
                <a:schemeClr val="accent2"/>
              </a:buClr>
              <a:buSzPct val="92000"/>
              <a:buFont typeface="Wingdings" panose="05000000000000000000" pitchFamily="2" charset="2"/>
              <a:buChar char="n"/>
            </a:pPr>
            <a:r>
              <a:rPr sz="2400">
                <a:latin typeface="Arial"/>
              </a:rPr>
              <a:t>This breakthrough marked the rise of deep learning methods in the field of computer vision. After 5 years of research, the image recognition performance on ImageNet dropped to an error rate of 2.25%, even surpassing human recognition accuracy (5.1%).</a:t>
            </a:r>
            <a:endParaRPr lang="zh-CN" altLang="en-US" sz="2000">
              <a:solidFill>
                <a:schemeClr val="tx2"/>
              </a:solidFill>
              <a:latin typeface="微软雅黑" panose="020B0503020204020204" pitchFamily="34" charset="-122"/>
              <a:ea typeface="微软雅黑" panose="020B0503020204020204" pitchFamily="34" charset="-122"/>
            </a:endParaRPr>
          </a:p>
        </p:txBody>
      </p:sp>
      <p:sp>
        <p:nvSpPr>
          <p:cNvPr id="11" name="标题 1"/>
          <p:cNvSpPr txBox="1"/>
          <p:nvPr>
            <p:custDataLst>
              <p:tags r:id="rId3"/>
            </p:custDataLst>
          </p:nvPr>
        </p:nvSpPr>
        <p:spPr>
          <a:xfrm>
            <a:off x="664155" y="3521378"/>
            <a:ext cx="954157" cy="954157"/>
          </a:xfrm>
          <a:prstGeom prst="ellipse">
            <a:avLst/>
          </a:prstGeom>
          <a:gradFill>
            <a:gsLst>
              <a:gs pos="0">
                <a:schemeClr val="accent1"/>
              </a:gs>
              <a:gs pos="100000">
                <a:schemeClr val="accent1">
                  <a:lumMod val="75000"/>
                </a:schemeClr>
              </a:gs>
            </a:gsLst>
            <a:lin ang="5400000" scaled="0"/>
          </a:gradFill>
          <a:ln w="12700" cap="sq">
            <a:solidFill>
              <a:schemeClr val="accent1">
                <a:lumMod val="40000"/>
                <a:lumOff val="6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custDataLst>
              <p:tags r:id="rId4"/>
            </p:custDataLst>
          </p:nvPr>
        </p:nvSpPr>
        <p:spPr>
          <a:xfrm>
            <a:off x="722970" y="3580193"/>
            <a:ext cx="836526" cy="836526"/>
          </a:xfrm>
          <a:prstGeom prst="ellipse">
            <a:avLst/>
          </a:prstGeom>
          <a:gradFill>
            <a:gsLst>
              <a:gs pos="0">
                <a:schemeClr val="accent1"/>
              </a:gs>
              <a:gs pos="100000">
                <a:schemeClr val="accent1">
                  <a:lumMod val="75000"/>
                </a:schemeClr>
              </a:gs>
            </a:gsLst>
            <a:lin ang="5400000" scaled="0"/>
          </a:gradFill>
          <a:ln w="12700" cap="sq">
            <a:solidFill>
              <a:schemeClr val="accent1">
                <a:lumMod val="40000"/>
                <a:lumOff val="6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custDataLst>
              <p:tags r:id="rId5"/>
            </p:custDataLst>
          </p:nvPr>
        </p:nvSpPr>
        <p:spPr>
          <a:xfrm>
            <a:off x="972822" y="3835478"/>
            <a:ext cx="336823" cy="325956"/>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6" name="标题 1"/>
          <p:cNvSpPr txBox="1"/>
          <p:nvPr>
            <p:custDataLst>
              <p:tags r:id="rId6"/>
            </p:custDataLst>
          </p:nvPr>
        </p:nvSpPr>
        <p:spPr>
          <a:xfrm>
            <a:off x="1245358" y="158415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custDataLst>
              <p:tags r:id="rId7"/>
            </p:custDataLst>
          </p:nvPr>
        </p:nvSpPr>
        <p:spPr>
          <a:xfrm>
            <a:off x="1576097" y="1716720"/>
            <a:ext cx="10671175" cy="468000"/>
          </a:xfrm>
          <a:prstGeom prst="rect">
            <a:avLst/>
          </a:prstGeom>
          <a:noFill/>
          <a:ln>
            <a:noFill/>
          </a:ln>
        </p:spPr>
        <p:txBody>
          <a:bodyPr vert="horz" wrap="square" lIns="0" tIns="0" rIns="0" bIns="0" rtlCol="0" anchor="ctr"/>
          <a:lstStyle/>
          <a:p>
            <a:pPr algn="l">
              <a:lnSpc>
                <a:spcPct val="100000"/>
              </a:lnSpc>
            </a:pPr>
            <a:r>
              <a:rPr sz="2400">
                <a:latin typeface="Arial"/>
              </a:rPr>
              <a:t>Breakthroughs in Image Recognition</a:t>
            </a:r>
            <a:endParaRPr kumimoji="1" lang="zh-CN" altLang="en-US" sz="2800">
              <a:ln w="12700">
                <a:noFill/>
              </a:ln>
              <a:solidFill>
                <a:srgbClr val="262626">
                  <a:alpha val="100000"/>
                </a:srgbClr>
              </a:solidFill>
              <a:latin typeface="Source Han Sans CN Bold"/>
              <a:ea typeface="Source Han Sans CN Bold"/>
              <a:cs typeface="Source Han Sans CN Bold"/>
            </a:endParaRPr>
          </a:p>
        </p:txBody>
      </p:sp>
      <p:sp>
        <p:nvSpPr>
          <p:cNvPr id="18" name="标题 1"/>
          <p:cNvSpPr txBox="1"/>
          <p:nvPr>
            <p:custDataLst>
              <p:tags r:id="rId8"/>
            </p:custDataLst>
          </p:nvPr>
        </p:nvSpPr>
        <p:spPr>
          <a:xfrm rot="3301400" flipH="1">
            <a:off x="870615" y="171432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32" name="IM 32"/>
          <p:cNvPicPr/>
          <p:nvPr>
            <p:custDataLst>
              <p:tags r:id="rId9"/>
            </p:custDataLst>
          </p:nvPr>
        </p:nvPicPr>
        <p:blipFill>
          <a:blip r:embed="rId11"/>
          <a:stretch>
            <a:fillRect/>
          </a:stretch>
        </p:blipFill>
        <p:spPr>
          <a:xfrm>
            <a:off x="7604125" y="2857500"/>
            <a:ext cx="4226560" cy="29337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l">
              <a:lnSpc>
                <a:spcPct val="100000"/>
              </a:lnSpc>
            </a:pPr>
            <a:r>
              <a:rPr sz="2400">
                <a:latin typeface="Arial"/>
              </a:rPr>
              <a:t>The Deep Learning Era (2011-2020)</a:t>
            </a:r>
          </a:p>
        </p:txBody>
      </p:sp>
      <p:sp>
        <p:nvSpPr>
          <p:cNvPr id="9" name="标题 1"/>
          <p:cNvSpPr txBox="1"/>
          <p:nvPr>
            <p:custDataLst>
              <p:tags r:id="rId1"/>
            </p:custDataLst>
          </p:nvPr>
        </p:nvSpPr>
        <p:spPr>
          <a:xfrm>
            <a:off x="723265" y="2454910"/>
            <a:ext cx="4530090" cy="3826510"/>
          </a:xfrm>
          <a:prstGeom prst="roundRect">
            <a:avLst>
              <a:gd name="adj" fmla="val 3877"/>
            </a:avLst>
          </a:prstGeom>
          <a:no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custDataLst>
              <p:tags r:id="rId2"/>
            </p:custDataLst>
          </p:nvPr>
        </p:nvSpPr>
        <p:spPr>
          <a:xfrm>
            <a:off x="989330" y="2724150"/>
            <a:ext cx="4029710" cy="2773680"/>
          </a:xfrm>
          <a:prstGeom prst="rect">
            <a:avLst/>
          </a:prstGeom>
          <a:noFill/>
          <a:ln>
            <a:noFill/>
          </a:ln>
        </p:spPr>
        <p:txBody>
          <a:bodyPr vert="horz" wrap="square" lIns="0" tIns="0" rIns="0" bIns="0" rtlCol="0" anchor="t"/>
          <a:lstStyle/>
          <a:p>
            <a:pPr marL="306070" indent="-306070" algn="l">
              <a:lnSpc>
                <a:spcPct val="100000"/>
              </a:lnSpc>
              <a:spcBef>
                <a:spcPts val="500"/>
              </a:spcBef>
              <a:spcAft>
                <a:spcPts val="1000"/>
              </a:spcAft>
              <a:buClr>
                <a:schemeClr val="accent2"/>
              </a:buClr>
              <a:buSzPct val="92000"/>
              <a:buFont typeface="Wingdings" panose="05000000000000000000" pitchFamily="2" charset="2"/>
              <a:buChar char="n"/>
            </a:pPr>
            <a:r>
              <a:rPr sz="2400">
                <a:latin typeface="Arial"/>
              </a:rPr>
              <a:t>The success of AlexNet was not only a milestone in the field of machine vision but also a milestone for deep learning, greatly boosting researchers' confidence in it.</a:t>
            </a:r>
          </a:p>
          <a:p>
            <a:pPr marL="306070" indent="-306070" algn="l">
              <a:lnSpc>
                <a:spcPct val="100000"/>
              </a:lnSpc>
              <a:spcBef>
                <a:spcPts val="500"/>
              </a:spcBef>
              <a:spcAft>
                <a:spcPts val="1000"/>
              </a:spcAft>
              <a:buClr>
                <a:schemeClr val="accent2"/>
              </a:buClr>
              <a:buSzPct val="92000"/>
              <a:buFont typeface="Wingdings" panose="05000000000000000000" pitchFamily="2" charset="2"/>
              <a:buChar char="n"/>
            </a:pPr>
            <a:r>
              <a:rPr sz="2400">
                <a:latin typeface="Arial"/>
              </a:rPr>
              <a:t>Soon after, deep learning made great strides in various fields such as facial recognition, speech recognition, and natural language understanding, achieving one brilliant success after another and opening a new chapter for artificial intelligence.</a:t>
            </a:r>
          </a:p>
        </p:txBody>
      </p:sp>
      <p:sp>
        <p:nvSpPr>
          <p:cNvPr id="11" name="标题 1"/>
          <p:cNvSpPr txBox="1"/>
          <p:nvPr>
            <p:custDataLst>
              <p:tags r:id="rId3"/>
            </p:custDataLst>
          </p:nvPr>
        </p:nvSpPr>
        <p:spPr>
          <a:xfrm>
            <a:off x="250135" y="3108628"/>
            <a:ext cx="954157" cy="954157"/>
          </a:xfrm>
          <a:prstGeom prst="ellipse">
            <a:avLst/>
          </a:prstGeom>
          <a:gradFill>
            <a:gsLst>
              <a:gs pos="0">
                <a:schemeClr val="accent1"/>
              </a:gs>
              <a:gs pos="100000">
                <a:schemeClr val="accent1">
                  <a:lumMod val="75000"/>
                </a:schemeClr>
              </a:gs>
            </a:gsLst>
            <a:lin ang="5400000" scaled="0"/>
          </a:gradFill>
          <a:ln w="12700" cap="sq">
            <a:solidFill>
              <a:schemeClr val="accent1">
                <a:lumMod val="40000"/>
                <a:lumOff val="6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custDataLst>
              <p:tags r:id="rId4"/>
            </p:custDataLst>
          </p:nvPr>
        </p:nvSpPr>
        <p:spPr>
          <a:xfrm>
            <a:off x="308950" y="3167443"/>
            <a:ext cx="836526" cy="836526"/>
          </a:xfrm>
          <a:prstGeom prst="ellipse">
            <a:avLst/>
          </a:prstGeom>
          <a:gradFill>
            <a:gsLst>
              <a:gs pos="0">
                <a:schemeClr val="accent1"/>
              </a:gs>
              <a:gs pos="100000">
                <a:schemeClr val="accent1">
                  <a:lumMod val="75000"/>
                </a:schemeClr>
              </a:gs>
            </a:gsLst>
            <a:lin ang="5400000" scaled="0"/>
          </a:gradFill>
          <a:ln w="12700" cap="sq">
            <a:solidFill>
              <a:schemeClr val="accent1">
                <a:lumMod val="40000"/>
                <a:lumOff val="6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custDataLst>
              <p:tags r:id="rId5"/>
            </p:custDataLst>
          </p:nvPr>
        </p:nvSpPr>
        <p:spPr>
          <a:xfrm>
            <a:off x="558802" y="3422728"/>
            <a:ext cx="336823" cy="325956"/>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6" name="标题 1"/>
          <p:cNvSpPr txBox="1"/>
          <p:nvPr>
            <p:custDataLst>
              <p:tags r:id="rId6"/>
            </p:custDataLst>
          </p:nvPr>
        </p:nvSpPr>
        <p:spPr>
          <a:xfrm>
            <a:off x="1245358" y="158415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custDataLst>
              <p:tags r:id="rId7"/>
            </p:custDataLst>
          </p:nvPr>
        </p:nvSpPr>
        <p:spPr>
          <a:xfrm>
            <a:off x="1576097" y="1716720"/>
            <a:ext cx="10671175" cy="468000"/>
          </a:xfrm>
          <a:prstGeom prst="rect">
            <a:avLst/>
          </a:prstGeom>
          <a:noFill/>
          <a:ln>
            <a:noFill/>
          </a:ln>
        </p:spPr>
        <p:txBody>
          <a:bodyPr vert="horz" wrap="square" lIns="0" tIns="0" rIns="0" bIns="0" rtlCol="0" anchor="ctr"/>
          <a:lstStyle/>
          <a:p>
            <a:pPr algn="l">
              <a:lnSpc>
                <a:spcPct val="100000"/>
              </a:lnSpc>
            </a:pPr>
            <a:r>
              <a:rPr sz="2400">
                <a:latin typeface="Arial"/>
              </a:rPr>
              <a:t>Breakthroughs in Image Recognition</a:t>
            </a:r>
            <a:endParaRPr kumimoji="1" lang="zh-CN" altLang="en-US" sz="2800">
              <a:ln w="12700">
                <a:noFill/>
              </a:ln>
              <a:solidFill>
                <a:srgbClr val="262626">
                  <a:alpha val="100000"/>
                </a:srgbClr>
              </a:solidFill>
              <a:latin typeface="Source Han Sans CN Bold"/>
              <a:ea typeface="Source Han Sans CN Bold"/>
              <a:cs typeface="Source Han Sans CN Bold"/>
            </a:endParaRPr>
          </a:p>
        </p:txBody>
      </p:sp>
      <p:sp>
        <p:nvSpPr>
          <p:cNvPr id="18" name="标题 1"/>
          <p:cNvSpPr txBox="1"/>
          <p:nvPr>
            <p:custDataLst>
              <p:tags r:id="rId8"/>
            </p:custDataLst>
          </p:nvPr>
        </p:nvSpPr>
        <p:spPr>
          <a:xfrm rot="3301400" flipH="1">
            <a:off x="870615" y="171432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2" name="图片 1"/>
          <p:cNvPicPr/>
          <p:nvPr/>
        </p:nvPicPr>
        <p:blipFill>
          <a:blip r:embed="rId10"/>
          <a:stretch>
            <a:fillRect/>
          </a:stretch>
        </p:blipFill>
        <p:spPr>
          <a:xfrm>
            <a:off x="5531485" y="1466850"/>
            <a:ext cx="6515100" cy="52362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l">
              <a:lnSpc>
                <a:spcPct val="100000"/>
              </a:lnSpc>
            </a:pPr>
            <a:r>
              <a:rPr sz="2400">
                <a:latin typeface="Arial"/>
              </a:rPr>
              <a:t>The Deep Learning Era (2011-2020)</a:t>
            </a:r>
          </a:p>
        </p:txBody>
      </p:sp>
      <p:sp>
        <p:nvSpPr>
          <p:cNvPr id="9" name="标题 1"/>
          <p:cNvSpPr txBox="1"/>
          <p:nvPr>
            <p:custDataLst>
              <p:tags r:id="rId1"/>
            </p:custDataLst>
          </p:nvPr>
        </p:nvSpPr>
        <p:spPr>
          <a:xfrm>
            <a:off x="1137285" y="2707005"/>
            <a:ext cx="6275705" cy="3120390"/>
          </a:xfrm>
          <a:prstGeom prst="roundRect">
            <a:avLst>
              <a:gd name="adj" fmla="val 3877"/>
            </a:avLst>
          </a:prstGeom>
          <a:no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custDataLst>
              <p:tags r:id="rId2"/>
            </p:custDataLst>
          </p:nvPr>
        </p:nvSpPr>
        <p:spPr>
          <a:xfrm>
            <a:off x="1403350" y="2976245"/>
            <a:ext cx="5775325" cy="3478530"/>
          </a:xfrm>
          <a:prstGeom prst="rect">
            <a:avLst/>
          </a:prstGeom>
          <a:noFill/>
          <a:ln>
            <a:noFill/>
          </a:ln>
        </p:spPr>
        <p:txBody>
          <a:bodyPr vert="horz" wrap="square" lIns="0" tIns="0" rIns="0" bIns="0" rtlCol="0" anchor="t"/>
          <a:lstStyle/>
          <a:p>
            <a:pPr marL="306070" indent="-306070" algn="l">
              <a:lnSpc>
                <a:spcPct val="100000"/>
              </a:lnSpc>
              <a:spcBef>
                <a:spcPts val="500"/>
              </a:spcBef>
              <a:spcAft>
                <a:spcPts val="1000"/>
              </a:spcAft>
              <a:buClr>
                <a:schemeClr val="accent2"/>
              </a:buClr>
              <a:buSzPct val="92000"/>
              <a:buFont typeface="Wingdings" panose="05000000000000000000" pitchFamily="2" charset="2"/>
              <a:buChar char="n"/>
            </a:pPr>
            <a:r>
              <a:rPr sz="2400">
                <a:latin typeface="Arial"/>
              </a:rPr>
              <a:t>In 2016, DeepMind's AlphaGo achieved brilliant results in the game of Go, further sparking public interest in artificial intelligence.</a:t>
            </a:r>
          </a:p>
          <a:p>
            <a:pPr marL="306070" indent="-306070" algn="l">
              <a:lnSpc>
                <a:spcPct val="100000"/>
              </a:lnSpc>
              <a:spcBef>
                <a:spcPts val="500"/>
              </a:spcBef>
              <a:spcAft>
                <a:spcPts val="1000"/>
              </a:spcAft>
              <a:buClr>
                <a:schemeClr val="accent2"/>
              </a:buClr>
              <a:buSzPct val="92000"/>
              <a:buFont typeface="Wingdings" panose="05000000000000000000" pitchFamily="2" charset="2"/>
              <a:buChar char="n"/>
            </a:pPr>
            <a:r>
              <a:rPr sz="2400">
                <a:latin typeface="Arial"/>
              </a:rPr>
              <a:t>In 2017, AlphaGo defeated Ke Jie 3-0 and was awarded the professional 9-dan rank by the Chinese Weiqi Association, although Nie Weiping 9-dan claimed its level was 'at least 20-dan'.</a:t>
            </a:r>
          </a:p>
        </p:txBody>
      </p:sp>
      <p:sp>
        <p:nvSpPr>
          <p:cNvPr id="11" name="标题 1"/>
          <p:cNvSpPr txBox="1"/>
          <p:nvPr>
            <p:custDataLst>
              <p:tags r:id="rId3"/>
            </p:custDataLst>
          </p:nvPr>
        </p:nvSpPr>
        <p:spPr>
          <a:xfrm>
            <a:off x="680665" y="3363263"/>
            <a:ext cx="954157" cy="954157"/>
          </a:xfrm>
          <a:prstGeom prst="ellipse">
            <a:avLst/>
          </a:prstGeom>
          <a:gradFill>
            <a:gsLst>
              <a:gs pos="0">
                <a:schemeClr val="accent1"/>
              </a:gs>
              <a:gs pos="100000">
                <a:schemeClr val="accent1">
                  <a:lumMod val="75000"/>
                </a:schemeClr>
              </a:gs>
            </a:gsLst>
            <a:lin ang="5400000" scaled="0"/>
          </a:gradFill>
          <a:ln w="12700" cap="sq">
            <a:solidFill>
              <a:schemeClr val="accent1">
                <a:lumMod val="40000"/>
                <a:lumOff val="6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custDataLst>
              <p:tags r:id="rId4"/>
            </p:custDataLst>
          </p:nvPr>
        </p:nvSpPr>
        <p:spPr>
          <a:xfrm>
            <a:off x="739480" y="3422078"/>
            <a:ext cx="836526" cy="836526"/>
          </a:xfrm>
          <a:prstGeom prst="ellipse">
            <a:avLst/>
          </a:prstGeom>
          <a:gradFill>
            <a:gsLst>
              <a:gs pos="0">
                <a:schemeClr val="accent1"/>
              </a:gs>
              <a:gs pos="100000">
                <a:schemeClr val="accent1">
                  <a:lumMod val="75000"/>
                </a:schemeClr>
              </a:gs>
            </a:gsLst>
            <a:lin ang="5400000" scaled="0"/>
          </a:gradFill>
          <a:ln w="12700" cap="sq">
            <a:solidFill>
              <a:schemeClr val="accent1">
                <a:lumMod val="40000"/>
                <a:lumOff val="6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custDataLst>
              <p:tags r:id="rId5"/>
            </p:custDataLst>
          </p:nvPr>
        </p:nvSpPr>
        <p:spPr>
          <a:xfrm>
            <a:off x="989332" y="3677363"/>
            <a:ext cx="336823" cy="325956"/>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6" name="标题 1"/>
          <p:cNvSpPr txBox="1"/>
          <p:nvPr>
            <p:custDataLst>
              <p:tags r:id="rId6"/>
            </p:custDataLst>
          </p:nvPr>
        </p:nvSpPr>
        <p:spPr>
          <a:xfrm>
            <a:off x="1245358" y="158415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custDataLst>
              <p:tags r:id="rId7"/>
            </p:custDataLst>
          </p:nvPr>
        </p:nvSpPr>
        <p:spPr>
          <a:xfrm>
            <a:off x="1576097" y="1716720"/>
            <a:ext cx="10671175" cy="468000"/>
          </a:xfrm>
          <a:prstGeom prst="rect">
            <a:avLst/>
          </a:prstGeom>
          <a:noFill/>
          <a:ln>
            <a:noFill/>
          </a:ln>
        </p:spPr>
        <p:txBody>
          <a:bodyPr vert="horz" wrap="square" lIns="0" tIns="0" rIns="0" bIns="0" rtlCol="0" anchor="ctr"/>
          <a:lstStyle/>
          <a:p>
            <a:pPr algn="l">
              <a:lnSpc>
                <a:spcPct val="100000"/>
              </a:lnSpc>
            </a:pPr>
            <a:r>
              <a:rPr sz="2400">
                <a:latin typeface="Arial"/>
              </a:rPr>
              <a:t>New Progress in Human-Computer Games</a:t>
            </a:r>
            <a:endParaRPr kumimoji="1" lang="zh-CN" altLang="en-US" sz="2800">
              <a:ln w="12700">
                <a:noFill/>
              </a:ln>
              <a:solidFill>
                <a:srgbClr val="262626">
                  <a:alpha val="100000"/>
                </a:srgbClr>
              </a:solidFill>
              <a:latin typeface="Source Han Sans CN Bold"/>
              <a:ea typeface="Source Han Sans CN Bold"/>
              <a:cs typeface="Source Han Sans CN Bold"/>
            </a:endParaRPr>
          </a:p>
        </p:txBody>
      </p:sp>
      <p:sp>
        <p:nvSpPr>
          <p:cNvPr id="18" name="标题 1"/>
          <p:cNvSpPr txBox="1"/>
          <p:nvPr>
            <p:custDataLst>
              <p:tags r:id="rId8"/>
            </p:custDataLst>
          </p:nvPr>
        </p:nvSpPr>
        <p:spPr>
          <a:xfrm rot="3301400" flipH="1">
            <a:off x="870615" y="171432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36" name="IM 36"/>
          <p:cNvPicPr/>
          <p:nvPr>
            <p:custDataLst>
              <p:tags r:id="rId9"/>
            </p:custDataLst>
          </p:nvPr>
        </p:nvPicPr>
        <p:blipFill>
          <a:blip r:embed="rId12"/>
          <a:stretch>
            <a:fillRect/>
          </a:stretch>
        </p:blipFill>
        <p:spPr>
          <a:xfrm>
            <a:off x="7828280" y="1427480"/>
            <a:ext cx="3619500" cy="2417445"/>
          </a:xfrm>
          <a:prstGeom prst="rect">
            <a:avLst/>
          </a:prstGeom>
        </p:spPr>
      </p:pic>
      <p:pic>
        <p:nvPicPr>
          <p:cNvPr id="38" name="IM 38"/>
          <p:cNvPicPr/>
          <p:nvPr>
            <p:custDataLst>
              <p:tags r:id="rId10"/>
            </p:custDataLst>
          </p:nvPr>
        </p:nvPicPr>
        <p:blipFill>
          <a:blip r:embed="rId13"/>
          <a:stretch>
            <a:fillRect/>
          </a:stretch>
        </p:blipFill>
        <p:spPr>
          <a:xfrm>
            <a:off x="7828280" y="4153535"/>
            <a:ext cx="3619500" cy="22326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l">
              <a:lnSpc>
                <a:spcPct val="100000"/>
              </a:lnSpc>
            </a:pPr>
            <a:r>
              <a:rPr sz="2400">
                <a:latin typeface="Arial"/>
              </a:rPr>
              <a:t>The Deep Learning Era (2011-2020)</a:t>
            </a:r>
          </a:p>
        </p:txBody>
      </p:sp>
      <p:sp>
        <p:nvSpPr>
          <p:cNvPr id="9" name="标题 1"/>
          <p:cNvSpPr txBox="1"/>
          <p:nvPr>
            <p:custDataLst>
              <p:tags r:id="rId1"/>
            </p:custDataLst>
          </p:nvPr>
        </p:nvSpPr>
        <p:spPr>
          <a:xfrm>
            <a:off x="863600" y="2482215"/>
            <a:ext cx="5182235" cy="3330575"/>
          </a:xfrm>
          <a:prstGeom prst="roundRect">
            <a:avLst>
              <a:gd name="adj" fmla="val 3877"/>
            </a:avLst>
          </a:prstGeom>
          <a:no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custDataLst>
              <p:tags r:id="rId2"/>
            </p:custDataLst>
          </p:nvPr>
        </p:nvSpPr>
        <p:spPr>
          <a:xfrm>
            <a:off x="1129665" y="2751455"/>
            <a:ext cx="4524375" cy="3478530"/>
          </a:xfrm>
          <a:prstGeom prst="rect">
            <a:avLst/>
          </a:prstGeom>
          <a:noFill/>
          <a:ln>
            <a:noFill/>
          </a:ln>
        </p:spPr>
        <p:txBody>
          <a:bodyPr vert="horz" wrap="square" lIns="0" tIns="0" rIns="0" bIns="0" rtlCol="0" anchor="t"/>
          <a:lstStyle/>
          <a:p>
            <a:pPr marL="306070" indent="-306070" algn="l">
              <a:lnSpc>
                <a:spcPct val="100000"/>
              </a:lnSpc>
              <a:spcBef>
                <a:spcPts val="500"/>
              </a:spcBef>
              <a:spcAft>
                <a:spcPts val="1000"/>
              </a:spcAft>
              <a:buClr>
                <a:schemeClr val="accent2"/>
              </a:buClr>
              <a:buSzPct val="92000"/>
              <a:buFont typeface="Wingdings" panose="05000000000000000000" pitchFamily="2" charset="2"/>
              <a:buChar char="n"/>
            </a:pPr>
            <a:r>
              <a:rPr sz="2400">
                <a:latin typeface="Arial"/>
              </a:rPr>
              <a:t>The success of AlphaGo sparked people's imagination about artificial intelligence. Researchers began to apply deep learning methods to various fields such as physics, materials science, chemistry, medicine, astronomy, geology, and biology. By combining the powerful learning capabilities of deep neural networks with the accumulated knowledge and data from various disciplines, they expanded the knowledge boundaries of each field and achieved a series of surprising results.</a:t>
            </a:r>
          </a:p>
        </p:txBody>
      </p:sp>
      <p:sp>
        <p:nvSpPr>
          <p:cNvPr id="11" name="标题 1"/>
          <p:cNvSpPr txBox="1"/>
          <p:nvPr>
            <p:custDataLst>
              <p:tags r:id="rId3"/>
            </p:custDataLst>
          </p:nvPr>
        </p:nvSpPr>
        <p:spPr>
          <a:xfrm>
            <a:off x="390470" y="3539158"/>
            <a:ext cx="954157" cy="954157"/>
          </a:xfrm>
          <a:prstGeom prst="ellipse">
            <a:avLst/>
          </a:prstGeom>
          <a:gradFill>
            <a:gsLst>
              <a:gs pos="0">
                <a:schemeClr val="accent1"/>
              </a:gs>
              <a:gs pos="100000">
                <a:schemeClr val="accent1">
                  <a:lumMod val="75000"/>
                </a:schemeClr>
              </a:gs>
            </a:gsLst>
            <a:lin ang="5400000" scaled="0"/>
          </a:gradFill>
          <a:ln w="12700" cap="sq">
            <a:solidFill>
              <a:schemeClr val="accent1">
                <a:lumMod val="40000"/>
                <a:lumOff val="6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custDataLst>
              <p:tags r:id="rId4"/>
            </p:custDataLst>
          </p:nvPr>
        </p:nvSpPr>
        <p:spPr>
          <a:xfrm>
            <a:off x="449285" y="3597973"/>
            <a:ext cx="836526" cy="836526"/>
          </a:xfrm>
          <a:prstGeom prst="ellipse">
            <a:avLst/>
          </a:prstGeom>
          <a:gradFill>
            <a:gsLst>
              <a:gs pos="0">
                <a:schemeClr val="accent1"/>
              </a:gs>
              <a:gs pos="100000">
                <a:schemeClr val="accent1">
                  <a:lumMod val="75000"/>
                </a:schemeClr>
              </a:gs>
            </a:gsLst>
            <a:lin ang="5400000" scaled="0"/>
          </a:gradFill>
          <a:ln w="12700" cap="sq">
            <a:solidFill>
              <a:schemeClr val="accent1">
                <a:lumMod val="40000"/>
                <a:lumOff val="6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custDataLst>
              <p:tags r:id="rId5"/>
            </p:custDataLst>
          </p:nvPr>
        </p:nvSpPr>
        <p:spPr>
          <a:xfrm>
            <a:off x="699137" y="3853258"/>
            <a:ext cx="336823" cy="325956"/>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6" name="标题 1"/>
          <p:cNvSpPr txBox="1"/>
          <p:nvPr>
            <p:custDataLst>
              <p:tags r:id="rId6"/>
            </p:custDataLst>
          </p:nvPr>
        </p:nvSpPr>
        <p:spPr>
          <a:xfrm>
            <a:off x="1245358" y="158415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custDataLst>
              <p:tags r:id="rId7"/>
            </p:custDataLst>
          </p:nvPr>
        </p:nvSpPr>
        <p:spPr>
          <a:xfrm>
            <a:off x="1576097" y="1716720"/>
            <a:ext cx="10671175" cy="468000"/>
          </a:xfrm>
          <a:prstGeom prst="rect">
            <a:avLst/>
          </a:prstGeom>
          <a:noFill/>
          <a:ln>
            <a:noFill/>
          </a:ln>
        </p:spPr>
        <p:txBody>
          <a:bodyPr vert="horz" wrap="square" lIns="0" tIns="0" rIns="0" bIns="0" rtlCol="0" anchor="ctr"/>
          <a:lstStyle/>
          <a:p>
            <a:pPr algn="l">
              <a:lnSpc>
                <a:spcPct val="100000"/>
              </a:lnSpc>
            </a:pPr>
            <a:r>
              <a:rPr sz="2400">
                <a:latin typeface="Arial"/>
              </a:rPr>
              <a:t>Interdisciplinary Fusion in Science</a:t>
            </a:r>
            <a:endParaRPr kumimoji="1" lang="zh-CN" altLang="en-US" sz="2800">
              <a:ln w="12700">
                <a:noFill/>
              </a:ln>
              <a:solidFill>
                <a:srgbClr val="262626">
                  <a:alpha val="100000"/>
                </a:srgbClr>
              </a:solidFill>
              <a:latin typeface="Source Han Sans CN Bold"/>
              <a:ea typeface="Source Han Sans CN Bold"/>
              <a:cs typeface="Source Han Sans CN Bold"/>
            </a:endParaRPr>
          </a:p>
        </p:txBody>
      </p:sp>
      <p:sp>
        <p:nvSpPr>
          <p:cNvPr id="18" name="标题 1"/>
          <p:cNvSpPr txBox="1"/>
          <p:nvPr>
            <p:custDataLst>
              <p:tags r:id="rId8"/>
            </p:custDataLst>
          </p:nvPr>
        </p:nvSpPr>
        <p:spPr>
          <a:xfrm rot="3301400" flipH="1">
            <a:off x="870615" y="171432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5" name="图片 4"/>
          <p:cNvPicPr>
            <a:picLocks noChangeAspect="1"/>
          </p:cNvPicPr>
          <p:nvPr/>
        </p:nvPicPr>
        <p:blipFill rotWithShape="1">
          <a:blip r:embed="rId10"/>
          <a:srcRect r="695"/>
          <a:stretch>
            <a:fillRect/>
          </a:stretch>
        </p:blipFill>
        <p:spPr>
          <a:xfrm>
            <a:off x="6351905" y="2273935"/>
            <a:ext cx="5494655" cy="3049270"/>
          </a:xfrm>
          <a:prstGeom prst="rect">
            <a:avLst/>
          </a:prstGeom>
        </p:spPr>
      </p:pic>
      <p:sp>
        <p:nvSpPr>
          <p:cNvPr id="6" name="文本框 5"/>
          <p:cNvSpPr txBox="1"/>
          <p:nvPr/>
        </p:nvSpPr>
        <p:spPr>
          <a:xfrm>
            <a:off x="7008038" y="5384752"/>
            <a:ext cx="4343774" cy="584775"/>
          </a:xfrm>
          <a:prstGeom prst="rect">
            <a:avLst/>
          </a:prstGeom>
          <a:noFill/>
        </p:spPr>
        <p:txBody>
          <a:bodyPr wrap="square">
            <a:spAutoFit/>
          </a:bodyPr>
          <a:lstStyle/>
          <a:p>
            <a:pPr algn="l">
              <a:lnSpc>
                <a:spcPct val="100000"/>
              </a:lnSpc>
            </a:pPr>
            <a:r>
              <a:rPr sz="2400">
                <a:latin typeface="Arial"/>
              </a:rPr>
              <a:t>In the renowned journal 'Nature Machine Intelligence', the vast majority of articles involve interdisciplinary research related to artificial intelligence.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l">
              <a:lnSpc>
                <a:spcPct val="100000"/>
              </a:lnSpc>
            </a:pPr>
            <a:r>
              <a:rPr sz="2400">
                <a:latin typeface="Arial"/>
              </a:rPr>
              <a:t>The Deep Learning Era (2011-2020)</a:t>
            </a:r>
          </a:p>
        </p:txBody>
      </p:sp>
      <p:sp>
        <p:nvSpPr>
          <p:cNvPr id="9" name="标题 1"/>
          <p:cNvSpPr txBox="1"/>
          <p:nvPr>
            <p:custDataLst>
              <p:tags r:id="rId1"/>
            </p:custDataLst>
          </p:nvPr>
        </p:nvSpPr>
        <p:spPr>
          <a:xfrm>
            <a:off x="1137285" y="3085465"/>
            <a:ext cx="4624705" cy="1684655"/>
          </a:xfrm>
          <a:prstGeom prst="roundRect">
            <a:avLst>
              <a:gd name="adj" fmla="val 3877"/>
            </a:avLst>
          </a:prstGeom>
          <a:no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custDataLst>
              <p:tags r:id="rId2"/>
            </p:custDataLst>
          </p:nvPr>
        </p:nvSpPr>
        <p:spPr>
          <a:xfrm>
            <a:off x="1403350" y="3354705"/>
            <a:ext cx="4081780" cy="3478530"/>
          </a:xfrm>
          <a:prstGeom prst="rect">
            <a:avLst/>
          </a:prstGeom>
          <a:noFill/>
          <a:ln>
            <a:noFill/>
          </a:ln>
        </p:spPr>
        <p:txBody>
          <a:bodyPr vert="horz" wrap="square" lIns="0" tIns="0" rIns="0" bIns="0" rtlCol="0" anchor="t"/>
          <a:lstStyle/>
          <a:p>
            <a:pPr marL="306070" indent="-306070" algn="l">
              <a:lnSpc>
                <a:spcPct val="100000"/>
              </a:lnSpc>
              <a:spcBef>
                <a:spcPts val="500"/>
              </a:spcBef>
              <a:spcAft>
                <a:spcPts val="1000"/>
              </a:spcAft>
              <a:buClr>
                <a:schemeClr val="accent2"/>
              </a:buClr>
              <a:buSzPct val="92000"/>
              <a:buFont typeface="Wingdings" panose="05000000000000000000" pitchFamily="2" charset="2"/>
              <a:buChar char="n"/>
            </a:pPr>
            <a:r>
              <a:rPr sz="2400">
                <a:latin typeface="Arial"/>
              </a:rPr>
              <a:t>For example, DeepMind's AlphaFold system can predict the spatial structure of proteins, completely revolutionizing molecular biology research.</a:t>
            </a:r>
          </a:p>
        </p:txBody>
      </p:sp>
      <p:sp>
        <p:nvSpPr>
          <p:cNvPr id="11" name="标题 1"/>
          <p:cNvSpPr txBox="1"/>
          <p:nvPr>
            <p:custDataLst>
              <p:tags r:id="rId3"/>
            </p:custDataLst>
          </p:nvPr>
        </p:nvSpPr>
        <p:spPr>
          <a:xfrm>
            <a:off x="413965" y="3401998"/>
            <a:ext cx="954157" cy="954157"/>
          </a:xfrm>
          <a:prstGeom prst="ellipse">
            <a:avLst/>
          </a:prstGeom>
          <a:gradFill>
            <a:gsLst>
              <a:gs pos="0">
                <a:schemeClr val="accent1"/>
              </a:gs>
              <a:gs pos="100000">
                <a:schemeClr val="accent1">
                  <a:lumMod val="75000"/>
                </a:schemeClr>
              </a:gs>
            </a:gsLst>
            <a:lin ang="5400000" scaled="0"/>
          </a:gradFill>
          <a:ln w="12700" cap="sq">
            <a:solidFill>
              <a:schemeClr val="accent1">
                <a:lumMod val="40000"/>
                <a:lumOff val="6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custDataLst>
              <p:tags r:id="rId4"/>
            </p:custDataLst>
          </p:nvPr>
        </p:nvSpPr>
        <p:spPr>
          <a:xfrm>
            <a:off x="472780" y="3460813"/>
            <a:ext cx="836526" cy="836526"/>
          </a:xfrm>
          <a:prstGeom prst="ellipse">
            <a:avLst/>
          </a:prstGeom>
          <a:gradFill>
            <a:gsLst>
              <a:gs pos="0">
                <a:schemeClr val="accent1"/>
              </a:gs>
              <a:gs pos="100000">
                <a:schemeClr val="accent1">
                  <a:lumMod val="75000"/>
                </a:schemeClr>
              </a:gs>
            </a:gsLst>
            <a:lin ang="5400000" scaled="0"/>
          </a:gradFill>
          <a:ln w="12700" cap="sq">
            <a:solidFill>
              <a:schemeClr val="accent1">
                <a:lumMod val="40000"/>
                <a:lumOff val="6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custDataLst>
              <p:tags r:id="rId5"/>
            </p:custDataLst>
          </p:nvPr>
        </p:nvSpPr>
        <p:spPr>
          <a:xfrm>
            <a:off x="722632" y="3716098"/>
            <a:ext cx="336823" cy="325956"/>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6" name="标题 1"/>
          <p:cNvSpPr txBox="1"/>
          <p:nvPr>
            <p:custDataLst>
              <p:tags r:id="rId6"/>
            </p:custDataLst>
          </p:nvPr>
        </p:nvSpPr>
        <p:spPr>
          <a:xfrm>
            <a:off x="1245358" y="158415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custDataLst>
              <p:tags r:id="rId7"/>
            </p:custDataLst>
          </p:nvPr>
        </p:nvSpPr>
        <p:spPr>
          <a:xfrm>
            <a:off x="1576097" y="1716720"/>
            <a:ext cx="10671175" cy="468000"/>
          </a:xfrm>
          <a:prstGeom prst="rect">
            <a:avLst/>
          </a:prstGeom>
          <a:noFill/>
          <a:ln>
            <a:noFill/>
          </a:ln>
        </p:spPr>
        <p:txBody>
          <a:bodyPr vert="horz" wrap="square" lIns="0" tIns="0" rIns="0" bIns="0" rtlCol="0" anchor="ctr"/>
          <a:lstStyle/>
          <a:p>
            <a:pPr algn="l">
              <a:lnSpc>
                <a:spcPct val="100000"/>
              </a:lnSpc>
            </a:pPr>
            <a:r>
              <a:rPr sz="2400">
                <a:latin typeface="Arial"/>
              </a:rPr>
              <a:t>Interdisciplinary Fusion in Science</a:t>
            </a:r>
            <a:endParaRPr kumimoji="1" lang="zh-CN" altLang="en-US" sz="2800">
              <a:ln w="12700">
                <a:noFill/>
              </a:ln>
              <a:solidFill>
                <a:srgbClr val="262626">
                  <a:alpha val="100000"/>
                </a:srgbClr>
              </a:solidFill>
              <a:latin typeface="Source Han Sans CN Bold"/>
              <a:ea typeface="Source Han Sans CN Bold"/>
              <a:cs typeface="Source Han Sans CN Bold"/>
            </a:endParaRPr>
          </a:p>
        </p:txBody>
      </p:sp>
      <p:sp>
        <p:nvSpPr>
          <p:cNvPr id="18" name="标题 1"/>
          <p:cNvSpPr txBox="1"/>
          <p:nvPr>
            <p:custDataLst>
              <p:tags r:id="rId8"/>
            </p:custDataLst>
          </p:nvPr>
        </p:nvSpPr>
        <p:spPr>
          <a:xfrm rot="3301400" flipH="1">
            <a:off x="870615" y="171432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44" name="IM 44"/>
          <p:cNvPicPr/>
          <p:nvPr>
            <p:custDataLst>
              <p:tags r:id="rId9"/>
            </p:custDataLst>
          </p:nvPr>
        </p:nvPicPr>
        <p:blipFill>
          <a:blip r:embed="rId11"/>
          <a:stretch>
            <a:fillRect/>
          </a:stretch>
        </p:blipFill>
        <p:spPr>
          <a:xfrm>
            <a:off x="6216650" y="1716405"/>
            <a:ext cx="5405120" cy="3578860"/>
          </a:xfrm>
          <a:prstGeom prst="rect">
            <a:avLst/>
          </a:prstGeom>
        </p:spPr>
      </p:pic>
      <p:sp>
        <p:nvSpPr>
          <p:cNvPr id="2" name="文本框 1"/>
          <p:cNvSpPr txBox="1"/>
          <p:nvPr/>
        </p:nvSpPr>
        <p:spPr>
          <a:xfrm>
            <a:off x="6313805" y="5320665"/>
            <a:ext cx="4911090" cy="1076325"/>
          </a:xfrm>
          <a:prstGeom prst="rect">
            <a:avLst/>
          </a:prstGeom>
        </p:spPr>
        <p:txBody>
          <a:bodyPr wrap="square">
            <a:spAutoFit/>
          </a:bodyPr>
          <a:lstStyle/>
          <a:p>
            <a:pPr algn="l">
              <a:lnSpc>
                <a:spcPct val="100000"/>
              </a:lnSpc>
            </a:pPr>
            <a:r>
              <a:rPr sz="2400">
                <a:latin typeface="Arial"/>
              </a:rPr>
              <a:t>AlphaFold 3 can predict the results of biomolecular interactions. In the figure, the blue part is a protein molecule, the pink part is a nucleic acid, and the small yellow spheres are ions. The gray part shows the experimental results, and the colored part shows the results predicted by AlphaFold 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l">
              <a:lnSpc>
                <a:spcPct val="100000"/>
              </a:lnSpc>
            </a:pPr>
            <a:r>
              <a:rPr sz="2400">
                <a:latin typeface="Arial"/>
              </a:rPr>
              <a:t>The Large Model Era (2020-Present)</a:t>
            </a:r>
          </a:p>
        </p:txBody>
      </p:sp>
      <p:sp>
        <p:nvSpPr>
          <p:cNvPr id="9" name="标题 1"/>
          <p:cNvSpPr txBox="1"/>
          <p:nvPr>
            <p:custDataLst>
              <p:tags r:id="rId1"/>
            </p:custDataLst>
          </p:nvPr>
        </p:nvSpPr>
        <p:spPr>
          <a:xfrm>
            <a:off x="1137285" y="2454910"/>
            <a:ext cx="6667500" cy="4235450"/>
          </a:xfrm>
          <a:prstGeom prst="roundRect">
            <a:avLst>
              <a:gd name="adj" fmla="val 3877"/>
            </a:avLst>
          </a:prstGeom>
          <a:no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custDataLst>
              <p:tags r:id="rId2"/>
            </p:custDataLst>
          </p:nvPr>
        </p:nvSpPr>
        <p:spPr>
          <a:xfrm>
            <a:off x="1403350" y="2724150"/>
            <a:ext cx="6228715" cy="3478530"/>
          </a:xfrm>
          <a:prstGeom prst="rect">
            <a:avLst/>
          </a:prstGeom>
          <a:noFill/>
          <a:ln>
            <a:noFill/>
          </a:ln>
        </p:spPr>
        <p:txBody>
          <a:bodyPr vert="horz" wrap="square" lIns="0" tIns="0" rIns="0" bIns="0" rtlCol="0" anchor="t"/>
          <a:lstStyle/>
          <a:p>
            <a:pPr marL="306070" indent="-306070" algn="l">
              <a:lnSpc>
                <a:spcPct val="100000"/>
              </a:lnSpc>
              <a:spcBef>
                <a:spcPts val="500"/>
              </a:spcBef>
              <a:spcAft>
                <a:spcPts val="1000"/>
              </a:spcAft>
              <a:buClr>
                <a:schemeClr val="accent2"/>
              </a:buClr>
              <a:buSzPct val="92000"/>
              <a:buFont typeface="Wingdings" panose="05000000000000000000" pitchFamily="2" charset="2"/>
              <a:buChar char="n"/>
            </a:pPr>
            <a:r>
              <a:rPr sz="2400">
                <a:latin typeface="Arial"/>
              </a:rPr>
              <a:t>In 2017, researchers at Google proposed a neural network architecture called the Transformer, which can learn from long sequences.</a:t>
            </a:r>
          </a:p>
          <a:p>
            <a:pPr marL="306070" indent="-306070" algn="l">
              <a:lnSpc>
                <a:spcPct val="100000"/>
              </a:lnSpc>
              <a:spcBef>
                <a:spcPts val="500"/>
              </a:spcBef>
              <a:spcAft>
                <a:spcPts val="1000"/>
              </a:spcAft>
              <a:buClr>
                <a:schemeClr val="accent2"/>
              </a:buClr>
              <a:buSzPct val="92000"/>
              <a:buFont typeface="Wingdings" panose="05000000000000000000" pitchFamily="2" charset="2"/>
              <a:buChar char="n"/>
            </a:pPr>
            <a:r>
              <a:rPr sz="2400">
                <a:latin typeface="Arial"/>
              </a:rPr>
              <a:t>In 2018, researchers at OpenAI, based on the Transformer, proposed a pre-trained language model called GPT (Generative Pre-trained Transformer). This model can predict the next word based on a long history of information. The GPT model was trained on 40GB of text data, had 117 million parameters, and used a history of 512 tokens (each English word contains 1-3 tokens depending on its length). Because of its massive size and training data, it is vividly called a Large Language Model (LLM).</a:t>
            </a:r>
            <a:endParaRPr lang="zh-CN" altLang="en-US" sz="2000">
              <a:solidFill>
                <a:schemeClr val="tx2"/>
              </a:solidFill>
              <a:latin typeface="微软雅黑" panose="020B0503020204020204" pitchFamily="34" charset="-122"/>
              <a:ea typeface="微软雅黑" panose="020B0503020204020204" pitchFamily="34" charset="-122"/>
            </a:endParaRPr>
          </a:p>
        </p:txBody>
      </p:sp>
      <p:sp>
        <p:nvSpPr>
          <p:cNvPr id="11" name="标题 1"/>
          <p:cNvSpPr txBox="1"/>
          <p:nvPr>
            <p:custDataLst>
              <p:tags r:id="rId3"/>
            </p:custDataLst>
          </p:nvPr>
        </p:nvSpPr>
        <p:spPr>
          <a:xfrm>
            <a:off x="664155" y="3943018"/>
            <a:ext cx="954157" cy="954157"/>
          </a:xfrm>
          <a:prstGeom prst="ellipse">
            <a:avLst/>
          </a:prstGeom>
          <a:gradFill>
            <a:gsLst>
              <a:gs pos="0">
                <a:schemeClr val="accent1"/>
              </a:gs>
              <a:gs pos="100000">
                <a:schemeClr val="accent1">
                  <a:lumMod val="75000"/>
                </a:schemeClr>
              </a:gs>
            </a:gsLst>
            <a:lin ang="5400000" scaled="0"/>
          </a:gradFill>
          <a:ln w="12700" cap="sq">
            <a:solidFill>
              <a:schemeClr val="accent1">
                <a:lumMod val="40000"/>
                <a:lumOff val="6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custDataLst>
              <p:tags r:id="rId4"/>
            </p:custDataLst>
          </p:nvPr>
        </p:nvSpPr>
        <p:spPr>
          <a:xfrm>
            <a:off x="722970" y="4001833"/>
            <a:ext cx="836526" cy="836526"/>
          </a:xfrm>
          <a:prstGeom prst="ellipse">
            <a:avLst/>
          </a:prstGeom>
          <a:gradFill>
            <a:gsLst>
              <a:gs pos="0">
                <a:schemeClr val="accent1"/>
              </a:gs>
              <a:gs pos="100000">
                <a:schemeClr val="accent1">
                  <a:lumMod val="75000"/>
                </a:schemeClr>
              </a:gs>
            </a:gsLst>
            <a:lin ang="5400000" scaled="0"/>
          </a:gradFill>
          <a:ln w="12700" cap="sq">
            <a:solidFill>
              <a:schemeClr val="accent1">
                <a:lumMod val="40000"/>
                <a:lumOff val="6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custDataLst>
              <p:tags r:id="rId5"/>
            </p:custDataLst>
          </p:nvPr>
        </p:nvSpPr>
        <p:spPr>
          <a:xfrm>
            <a:off x="972822" y="4257118"/>
            <a:ext cx="336823" cy="325956"/>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6" name="标题 1"/>
          <p:cNvSpPr txBox="1"/>
          <p:nvPr>
            <p:custDataLst>
              <p:tags r:id="rId6"/>
            </p:custDataLst>
          </p:nvPr>
        </p:nvSpPr>
        <p:spPr>
          <a:xfrm>
            <a:off x="1245358" y="158415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custDataLst>
              <p:tags r:id="rId7"/>
            </p:custDataLst>
          </p:nvPr>
        </p:nvSpPr>
        <p:spPr>
          <a:xfrm>
            <a:off x="1576097" y="1716720"/>
            <a:ext cx="10671175" cy="468000"/>
          </a:xfrm>
          <a:prstGeom prst="rect">
            <a:avLst/>
          </a:prstGeom>
          <a:noFill/>
          <a:ln>
            <a:noFill/>
          </a:ln>
        </p:spPr>
        <p:txBody>
          <a:bodyPr vert="horz" wrap="square" lIns="0" tIns="0" rIns="0" bIns="0" rtlCol="0" anchor="ctr"/>
          <a:lstStyle/>
          <a:p>
            <a:pPr algn="l">
              <a:lnSpc>
                <a:spcPct val="100000"/>
              </a:lnSpc>
            </a:pPr>
            <a:r>
              <a:rPr sz="2400">
                <a:latin typeface="Arial"/>
              </a:rPr>
              <a:t>The Transformer Architecture and GPT Model</a:t>
            </a:r>
            <a:endParaRPr kumimoji="1" lang="zh-CN" altLang="en-US" sz="2800">
              <a:ln w="12700">
                <a:noFill/>
              </a:ln>
              <a:solidFill>
                <a:srgbClr val="262626">
                  <a:alpha val="100000"/>
                </a:srgbClr>
              </a:solidFill>
              <a:latin typeface="Source Han Sans CN Bold"/>
              <a:ea typeface="Source Han Sans CN Bold"/>
              <a:cs typeface="Source Han Sans CN Bold"/>
            </a:endParaRPr>
          </a:p>
        </p:txBody>
      </p:sp>
      <p:sp>
        <p:nvSpPr>
          <p:cNvPr id="18" name="标题 1"/>
          <p:cNvSpPr txBox="1"/>
          <p:nvPr>
            <p:custDataLst>
              <p:tags r:id="rId8"/>
            </p:custDataLst>
          </p:nvPr>
        </p:nvSpPr>
        <p:spPr>
          <a:xfrm rot="3301400" flipH="1">
            <a:off x="870615" y="171432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48" name="IM 48"/>
          <p:cNvPicPr/>
          <p:nvPr>
            <p:custDataLst>
              <p:tags r:id="rId9"/>
            </p:custDataLst>
          </p:nvPr>
        </p:nvPicPr>
        <p:blipFill>
          <a:blip r:embed="rId11"/>
          <a:stretch>
            <a:fillRect/>
          </a:stretch>
        </p:blipFill>
        <p:spPr>
          <a:xfrm>
            <a:off x="8143875" y="2667635"/>
            <a:ext cx="3709035" cy="2640965"/>
          </a:xfrm>
          <a:prstGeom prst="rect">
            <a:avLst/>
          </a:prstGeom>
        </p:spPr>
      </p:pic>
      <p:sp>
        <p:nvSpPr>
          <p:cNvPr id="2" name="文本框 1"/>
          <p:cNvSpPr txBox="1"/>
          <p:nvPr/>
        </p:nvSpPr>
        <p:spPr>
          <a:xfrm>
            <a:off x="8441055" y="5308600"/>
            <a:ext cx="3115310" cy="337185"/>
          </a:xfrm>
          <a:prstGeom prst="rect">
            <a:avLst/>
          </a:prstGeom>
        </p:spPr>
        <p:txBody>
          <a:bodyPr wrap="square">
            <a:spAutoFit/>
          </a:bodyPr>
          <a:lstStyle/>
          <a:p>
            <a:pPr algn="l">
              <a:lnSpc>
                <a:spcPct val="100000"/>
              </a:lnSpc>
            </a:pPr>
            <a:r>
              <a:rPr sz="2400">
                <a:latin typeface="Arial"/>
              </a:rPr>
              <a:t>OpenAI launched ChatGPT in 2022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l">
              <a:lnSpc>
                <a:spcPct val="100000"/>
              </a:lnSpc>
            </a:pPr>
            <a:r>
              <a:rPr sz="2400">
                <a:latin typeface="Arial"/>
              </a:rPr>
              <a:t>The Large Model Era (2020-Present)</a:t>
            </a:r>
          </a:p>
        </p:txBody>
      </p:sp>
      <p:sp>
        <p:nvSpPr>
          <p:cNvPr id="9" name="标题 1"/>
          <p:cNvSpPr txBox="1"/>
          <p:nvPr>
            <p:custDataLst>
              <p:tags r:id="rId1"/>
            </p:custDataLst>
          </p:nvPr>
        </p:nvSpPr>
        <p:spPr>
          <a:xfrm>
            <a:off x="1137285" y="2454910"/>
            <a:ext cx="6667500" cy="3930650"/>
          </a:xfrm>
          <a:prstGeom prst="roundRect">
            <a:avLst>
              <a:gd name="adj" fmla="val 3877"/>
            </a:avLst>
          </a:prstGeom>
          <a:no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custDataLst>
              <p:tags r:id="rId2"/>
            </p:custDataLst>
          </p:nvPr>
        </p:nvSpPr>
        <p:spPr>
          <a:xfrm>
            <a:off x="1403350" y="2724150"/>
            <a:ext cx="6228715" cy="3478530"/>
          </a:xfrm>
          <a:prstGeom prst="rect">
            <a:avLst/>
          </a:prstGeom>
          <a:noFill/>
          <a:ln>
            <a:noFill/>
          </a:ln>
        </p:spPr>
        <p:txBody>
          <a:bodyPr vert="horz" wrap="square" lIns="0" tIns="0" rIns="0" bIns="0" rtlCol="0" anchor="t"/>
          <a:lstStyle/>
          <a:p>
            <a:pPr marL="306070" indent="-306070" algn="l">
              <a:lnSpc>
                <a:spcPct val="100000"/>
              </a:lnSpc>
              <a:spcBef>
                <a:spcPts val="500"/>
              </a:spcBef>
              <a:spcAft>
                <a:spcPts val="1000"/>
              </a:spcAft>
              <a:buClr>
                <a:schemeClr val="accent2"/>
              </a:buClr>
              <a:buSzPct val="92000"/>
              <a:buFont typeface="Wingdings" panose="05000000000000000000" pitchFamily="2" charset="2"/>
              <a:buChar char="n"/>
            </a:pPr>
            <a:r>
              <a:rPr sz="2400">
                <a:latin typeface="Arial"/>
              </a:rPr>
              <a:t>Large language models possess powerful language understanding and generation capabilities. They can not only chat smoothly with people but also write novels, perform translations, offer suggestions, polish papers, and more, demonstrating powerful intelligence.</a:t>
            </a:r>
          </a:p>
          <a:p>
            <a:pPr marL="306070" indent="-306070" algn="l">
              <a:lnSpc>
                <a:spcPct val="100000"/>
              </a:lnSpc>
              <a:spcBef>
                <a:spcPts val="500"/>
              </a:spcBef>
              <a:spcAft>
                <a:spcPts val="1000"/>
              </a:spcAft>
              <a:buClr>
                <a:schemeClr val="accent2"/>
              </a:buClr>
              <a:buSzPct val="92000"/>
              <a:buFont typeface="Wingdings" panose="05000000000000000000" pitchFamily="2" charset="2"/>
              <a:buChar char="n"/>
            </a:pPr>
            <a:r>
              <a:rPr sz="2400">
                <a:latin typeface="Arial"/>
              </a:rPr>
              <a:t>At the end of 2022, OpenAI released the GPT-3.5 version, commercially named ChatGPT. Its powerful capabilities caused a sensation, reaching 100 million registered users within two months. In addition to making amazing progress in understanding and generating human language, deep learning has also achieved great success in the fields of image and video generation. For example, OpenAI's DALL·E can generate realistic, high-definition images, and Sora can generate high-definition videos up to a minute long.</a:t>
            </a:r>
            <a:endParaRPr lang="zh-CN" altLang="en-US" sz="2000">
              <a:solidFill>
                <a:schemeClr val="tx2"/>
              </a:solidFill>
              <a:latin typeface="微软雅黑" panose="020B0503020204020204" pitchFamily="34" charset="-122"/>
              <a:ea typeface="微软雅黑" panose="020B0503020204020204" pitchFamily="34" charset="-122"/>
            </a:endParaRPr>
          </a:p>
        </p:txBody>
      </p:sp>
      <p:sp>
        <p:nvSpPr>
          <p:cNvPr id="11" name="标题 1"/>
          <p:cNvSpPr txBox="1"/>
          <p:nvPr>
            <p:custDataLst>
              <p:tags r:id="rId3"/>
            </p:custDataLst>
          </p:nvPr>
        </p:nvSpPr>
        <p:spPr>
          <a:xfrm>
            <a:off x="653995" y="3183558"/>
            <a:ext cx="954157" cy="954157"/>
          </a:xfrm>
          <a:prstGeom prst="ellipse">
            <a:avLst/>
          </a:prstGeom>
          <a:gradFill>
            <a:gsLst>
              <a:gs pos="0">
                <a:schemeClr val="accent1"/>
              </a:gs>
              <a:gs pos="100000">
                <a:schemeClr val="accent1">
                  <a:lumMod val="75000"/>
                </a:schemeClr>
              </a:gs>
            </a:gsLst>
            <a:lin ang="5400000" scaled="0"/>
          </a:gradFill>
          <a:ln w="12700" cap="sq">
            <a:solidFill>
              <a:schemeClr val="accent1">
                <a:lumMod val="40000"/>
                <a:lumOff val="6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custDataLst>
              <p:tags r:id="rId4"/>
            </p:custDataLst>
          </p:nvPr>
        </p:nvSpPr>
        <p:spPr>
          <a:xfrm>
            <a:off x="712810" y="3242373"/>
            <a:ext cx="836526" cy="836526"/>
          </a:xfrm>
          <a:prstGeom prst="ellipse">
            <a:avLst/>
          </a:prstGeom>
          <a:gradFill>
            <a:gsLst>
              <a:gs pos="0">
                <a:schemeClr val="accent1"/>
              </a:gs>
              <a:gs pos="100000">
                <a:schemeClr val="accent1">
                  <a:lumMod val="75000"/>
                </a:schemeClr>
              </a:gs>
            </a:gsLst>
            <a:lin ang="5400000" scaled="0"/>
          </a:gradFill>
          <a:ln w="12700" cap="sq">
            <a:solidFill>
              <a:schemeClr val="accent1">
                <a:lumMod val="40000"/>
                <a:lumOff val="6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custDataLst>
              <p:tags r:id="rId5"/>
            </p:custDataLst>
          </p:nvPr>
        </p:nvSpPr>
        <p:spPr>
          <a:xfrm>
            <a:off x="962662" y="3497658"/>
            <a:ext cx="336823" cy="325956"/>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6" name="标题 1"/>
          <p:cNvSpPr txBox="1"/>
          <p:nvPr>
            <p:custDataLst>
              <p:tags r:id="rId6"/>
            </p:custDataLst>
          </p:nvPr>
        </p:nvSpPr>
        <p:spPr>
          <a:xfrm>
            <a:off x="1245358" y="158415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custDataLst>
              <p:tags r:id="rId7"/>
            </p:custDataLst>
          </p:nvPr>
        </p:nvSpPr>
        <p:spPr>
          <a:xfrm>
            <a:off x="1576097" y="1716720"/>
            <a:ext cx="10671175" cy="468000"/>
          </a:xfrm>
          <a:prstGeom prst="rect">
            <a:avLst/>
          </a:prstGeom>
          <a:noFill/>
          <a:ln>
            <a:noFill/>
          </a:ln>
        </p:spPr>
        <p:txBody>
          <a:bodyPr vert="horz" wrap="square" lIns="0" tIns="0" rIns="0" bIns="0" rtlCol="0" anchor="ctr"/>
          <a:lstStyle/>
          <a:p>
            <a:pPr algn="l">
              <a:lnSpc>
                <a:spcPct val="100000"/>
              </a:lnSpc>
            </a:pPr>
            <a:r>
              <a:rPr sz="2400">
                <a:latin typeface="Arial"/>
              </a:rPr>
              <a:t>Generative Artificial Intelligence</a:t>
            </a:r>
            <a:endParaRPr kumimoji="1" lang="zh-CN" altLang="en-US" sz="2800">
              <a:ln w="12700">
                <a:noFill/>
              </a:ln>
              <a:solidFill>
                <a:srgbClr val="262626">
                  <a:alpha val="100000"/>
                </a:srgbClr>
              </a:solidFill>
              <a:latin typeface="Source Han Sans CN Bold"/>
              <a:ea typeface="Source Han Sans CN Bold"/>
              <a:cs typeface="Source Han Sans CN Bold"/>
            </a:endParaRPr>
          </a:p>
        </p:txBody>
      </p:sp>
      <p:sp>
        <p:nvSpPr>
          <p:cNvPr id="18" name="标题 1"/>
          <p:cNvSpPr txBox="1"/>
          <p:nvPr>
            <p:custDataLst>
              <p:tags r:id="rId8"/>
            </p:custDataLst>
          </p:nvPr>
        </p:nvSpPr>
        <p:spPr>
          <a:xfrm rot="3301400" flipH="1">
            <a:off x="870615" y="171432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50" name="IM 50"/>
          <p:cNvPicPr/>
          <p:nvPr>
            <p:custDataLst>
              <p:tags r:id="rId9"/>
            </p:custDataLst>
          </p:nvPr>
        </p:nvPicPr>
        <p:blipFill>
          <a:blip r:embed="rId11"/>
          <a:stretch>
            <a:fillRect/>
          </a:stretch>
        </p:blipFill>
        <p:spPr>
          <a:xfrm>
            <a:off x="8557895" y="1136015"/>
            <a:ext cx="2395220" cy="2510155"/>
          </a:xfrm>
          <a:prstGeom prst="rect">
            <a:avLst/>
          </a:prstGeom>
        </p:spPr>
      </p:pic>
      <p:sp>
        <p:nvSpPr>
          <p:cNvPr id="2" name="文本框 1"/>
          <p:cNvSpPr txBox="1"/>
          <p:nvPr/>
        </p:nvSpPr>
        <p:spPr>
          <a:xfrm>
            <a:off x="8061960" y="3823335"/>
            <a:ext cx="3910330" cy="2061210"/>
          </a:xfrm>
          <a:prstGeom prst="rect">
            <a:avLst/>
          </a:prstGeom>
        </p:spPr>
        <p:txBody>
          <a:bodyPr wrap="square">
            <a:spAutoFit/>
          </a:bodyPr>
          <a:lstStyle/>
          <a:p>
            <a:pPr algn="l">
              <a:lnSpc>
                <a:spcPct val="100000"/>
              </a:lnSpc>
            </a:pPr>
            <a:r>
              <a:rPr sz="2400">
                <a:latin typeface="Arial"/>
              </a:rPr>
              <a:t>Example of a Large Language Model Writing an Essay</a:t>
            </a:r>
            <a:endParaRPr lang="zh-CN" altLang="en-US" sz="1600">
              <a:solidFill>
                <a:schemeClr val="tx2"/>
              </a:solidFill>
              <a:latin typeface="微软雅黑" panose="020B0503020204020204" pitchFamily="34" charset="-122"/>
              <a:ea typeface="微软雅黑" panose="020B0503020204020204" pitchFamily="34" charset="-122"/>
            </a:endParaRPr>
          </a:p>
          <a:p>
            <a:pPr algn="l">
              <a:lnSpc>
                <a:spcPct val="100000"/>
              </a:lnSpc>
            </a:pPr>
            <a:r>
              <a:rPr sz="2400">
                <a:latin typeface="Arial"/>
              </a:rPr>
              <a:t>Me: You are a scientist. Write a 50-word short text describing a flying house.</a:t>
            </a:r>
          </a:p>
          <a:p>
            <a:pPr algn="l">
              <a:lnSpc>
                <a:spcPct val="100000"/>
              </a:lnSpc>
            </a:pPr>
            <a:r>
              <a:rPr sz="2400">
                <a:latin typeface="Arial"/>
              </a:rPr>
              <a:t>LLM: Driven by high-efficiency energy and anti-gravity technology, flying houses float in the air, navigating autonomously. Equipped with intelligent navigation systems, they can avoid bad weather, follow the sun and fresh air, allowing living environments to change dynamically with human needs.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l">
              <a:lnSpc>
                <a:spcPct val="100000"/>
              </a:lnSpc>
            </a:pPr>
            <a:r>
              <a:rPr sz="2400">
                <a:latin typeface="Arial"/>
              </a:rPr>
              <a:t>The Large Model Era (2020-Present)</a:t>
            </a:r>
          </a:p>
        </p:txBody>
      </p:sp>
      <p:sp>
        <p:nvSpPr>
          <p:cNvPr id="9" name="标题 1"/>
          <p:cNvSpPr txBox="1"/>
          <p:nvPr>
            <p:custDataLst>
              <p:tags r:id="rId1"/>
            </p:custDataLst>
          </p:nvPr>
        </p:nvSpPr>
        <p:spPr>
          <a:xfrm>
            <a:off x="1137285" y="2454910"/>
            <a:ext cx="6667500" cy="4140835"/>
          </a:xfrm>
          <a:prstGeom prst="roundRect">
            <a:avLst>
              <a:gd name="adj" fmla="val 3877"/>
            </a:avLst>
          </a:prstGeom>
          <a:no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custDataLst>
              <p:tags r:id="rId2"/>
            </p:custDataLst>
          </p:nvPr>
        </p:nvSpPr>
        <p:spPr>
          <a:xfrm>
            <a:off x="1403350" y="2724150"/>
            <a:ext cx="6228715" cy="3478530"/>
          </a:xfrm>
          <a:prstGeom prst="rect">
            <a:avLst/>
          </a:prstGeom>
          <a:noFill/>
          <a:ln>
            <a:noFill/>
          </a:ln>
        </p:spPr>
        <p:txBody>
          <a:bodyPr vert="horz" wrap="square" lIns="0" tIns="0" rIns="0" bIns="0" rtlCol="0" anchor="t"/>
          <a:lstStyle/>
          <a:p>
            <a:pPr marL="306070" indent="-306070" algn="l">
              <a:lnSpc>
                <a:spcPct val="100000"/>
              </a:lnSpc>
              <a:spcBef>
                <a:spcPts val="500"/>
              </a:spcBef>
              <a:spcAft>
                <a:spcPts val="1000"/>
              </a:spcAft>
              <a:buClr>
                <a:schemeClr val="accent2"/>
              </a:buClr>
              <a:buSzPct val="92000"/>
              <a:buFont typeface="Wingdings" panose="05000000000000000000" pitchFamily="2" charset="2"/>
              <a:buChar char="n"/>
            </a:pPr>
            <a:r>
              <a:rPr sz="2400">
                <a:latin typeface="Arial"/>
              </a:rPr>
              <a:t>Researchers are attempting to have a single, unified model process various types of information such as text, audio, and images. This type of model is called a 'multimodal large model'.</a:t>
            </a:r>
          </a:p>
          <a:p>
            <a:pPr marL="306070" indent="-306070" algn="l">
              <a:lnSpc>
                <a:spcPct val="100000"/>
              </a:lnSpc>
              <a:spcBef>
                <a:spcPts val="500"/>
              </a:spcBef>
              <a:spcAft>
                <a:spcPts val="1000"/>
              </a:spcAft>
              <a:buClr>
                <a:schemeClr val="accent2"/>
              </a:buClr>
              <a:buSzPct val="92000"/>
              <a:buFont typeface="Wingdings" panose="05000000000000000000" pitchFamily="2" charset="2"/>
              <a:buChar char="n"/>
            </a:pPr>
            <a:r>
              <a:rPr sz="2400">
                <a:latin typeface="Arial"/>
              </a:rPr>
              <a:t>For example, GPT-4o, released by OpenAI in April 2024, is a multimodal large model that integrates vision, hearing, reading, and writing. This model can communicate freely with people through voice, video, and other means, like a smart friend you can ask anything.</a:t>
            </a:r>
          </a:p>
        </p:txBody>
      </p:sp>
      <p:sp>
        <p:nvSpPr>
          <p:cNvPr id="11" name="标题 1"/>
          <p:cNvSpPr txBox="1"/>
          <p:nvPr>
            <p:custDataLst>
              <p:tags r:id="rId3"/>
            </p:custDataLst>
          </p:nvPr>
        </p:nvSpPr>
        <p:spPr>
          <a:xfrm>
            <a:off x="667965" y="3432478"/>
            <a:ext cx="954157" cy="954157"/>
          </a:xfrm>
          <a:prstGeom prst="ellipse">
            <a:avLst/>
          </a:prstGeom>
          <a:gradFill>
            <a:gsLst>
              <a:gs pos="0">
                <a:schemeClr val="accent1"/>
              </a:gs>
              <a:gs pos="100000">
                <a:schemeClr val="accent1">
                  <a:lumMod val="75000"/>
                </a:schemeClr>
              </a:gs>
            </a:gsLst>
            <a:lin ang="5400000" scaled="0"/>
          </a:gradFill>
          <a:ln w="12700" cap="sq">
            <a:solidFill>
              <a:schemeClr val="accent1">
                <a:lumMod val="40000"/>
                <a:lumOff val="6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custDataLst>
              <p:tags r:id="rId4"/>
            </p:custDataLst>
          </p:nvPr>
        </p:nvSpPr>
        <p:spPr>
          <a:xfrm>
            <a:off x="726780" y="3491293"/>
            <a:ext cx="836526" cy="836526"/>
          </a:xfrm>
          <a:prstGeom prst="ellipse">
            <a:avLst/>
          </a:prstGeom>
          <a:gradFill>
            <a:gsLst>
              <a:gs pos="0">
                <a:schemeClr val="accent1"/>
              </a:gs>
              <a:gs pos="100000">
                <a:schemeClr val="accent1">
                  <a:lumMod val="75000"/>
                </a:schemeClr>
              </a:gs>
            </a:gsLst>
            <a:lin ang="5400000" scaled="0"/>
          </a:gradFill>
          <a:ln w="12700" cap="sq">
            <a:solidFill>
              <a:schemeClr val="accent1">
                <a:lumMod val="40000"/>
                <a:lumOff val="6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custDataLst>
              <p:tags r:id="rId5"/>
            </p:custDataLst>
          </p:nvPr>
        </p:nvSpPr>
        <p:spPr>
          <a:xfrm>
            <a:off x="976632" y="3746578"/>
            <a:ext cx="336823" cy="325956"/>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6" name="标题 1"/>
          <p:cNvSpPr txBox="1"/>
          <p:nvPr>
            <p:custDataLst>
              <p:tags r:id="rId6"/>
            </p:custDataLst>
          </p:nvPr>
        </p:nvSpPr>
        <p:spPr>
          <a:xfrm>
            <a:off x="1245358" y="158415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custDataLst>
              <p:tags r:id="rId7"/>
            </p:custDataLst>
          </p:nvPr>
        </p:nvSpPr>
        <p:spPr>
          <a:xfrm>
            <a:off x="1576097" y="1716720"/>
            <a:ext cx="10671175" cy="468000"/>
          </a:xfrm>
          <a:prstGeom prst="rect">
            <a:avLst/>
          </a:prstGeom>
          <a:noFill/>
          <a:ln>
            <a:noFill/>
          </a:ln>
        </p:spPr>
        <p:txBody>
          <a:bodyPr vert="horz" wrap="square" lIns="0" tIns="0" rIns="0" bIns="0" rtlCol="0" anchor="ctr"/>
          <a:lstStyle/>
          <a:p>
            <a:pPr algn="l">
              <a:lnSpc>
                <a:spcPct val="100000"/>
              </a:lnSpc>
            </a:pPr>
            <a:r>
              <a:rPr sz="2400">
                <a:latin typeface="Arial"/>
              </a:rPr>
              <a:t>Multimodal Large Models</a:t>
            </a:r>
            <a:endParaRPr kumimoji="1" lang="zh-CN" altLang="en-US" sz="2800">
              <a:ln w="12700">
                <a:noFill/>
              </a:ln>
              <a:solidFill>
                <a:srgbClr val="262626">
                  <a:alpha val="100000"/>
                </a:srgbClr>
              </a:solidFill>
              <a:latin typeface="Source Han Sans CN Bold"/>
              <a:ea typeface="Source Han Sans CN Bold"/>
              <a:cs typeface="Source Han Sans CN Bold"/>
            </a:endParaRPr>
          </a:p>
        </p:txBody>
      </p:sp>
      <p:sp>
        <p:nvSpPr>
          <p:cNvPr id="18" name="标题 1"/>
          <p:cNvSpPr txBox="1"/>
          <p:nvPr>
            <p:custDataLst>
              <p:tags r:id="rId8"/>
            </p:custDataLst>
          </p:nvPr>
        </p:nvSpPr>
        <p:spPr>
          <a:xfrm rot="3301400" flipH="1">
            <a:off x="870615" y="1714320"/>
            <a:ext cx="653381" cy="436022"/>
          </a:xfrm>
          <a:custGeom>
            <a:avLst/>
            <a:gdLst>
              <a:gd name="connsiteX0" fmla="*/ 362469 w 653381"/>
              <a:gd name="connsiteY0" fmla="*/ 4241 h 436022"/>
              <a:gd name="connsiteX1" fmla="*/ 396364 w 653381"/>
              <a:gd name="connsiteY1" fmla="*/ 61368 h 436022"/>
              <a:gd name="connsiteX2" fmla="*/ 396732 w 653381"/>
              <a:gd name="connsiteY2" fmla="*/ 137992 h 436022"/>
              <a:gd name="connsiteX3" fmla="*/ 572317 w 653381"/>
              <a:gd name="connsiteY3" fmla="*/ 137992 h 436022"/>
              <a:gd name="connsiteX4" fmla="*/ 653381 w 653381"/>
              <a:gd name="connsiteY4" fmla="*/ 219056 h 436022"/>
              <a:gd name="connsiteX5" fmla="*/ 572317 w 653381"/>
              <a:gd name="connsiteY5" fmla="*/ 300120 h 436022"/>
              <a:gd name="connsiteX6" fmla="*/ 397511 w 653381"/>
              <a:gd name="connsiteY6" fmla="*/ 300120 h 436022"/>
              <a:gd name="connsiteX7" fmla="*/ 397862 w 653381"/>
              <a:gd name="connsiteY7" fmla="*/ 373034 h 436022"/>
              <a:gd name="connsiteX8" fmla="*/ 305140 w 653381"/>
              <a:gd name="connsiteY8" fmla="*/ 427039 h 436022"/>
              <a:gd name="connsiteX9" fmla="*/ 33218 w 653381"/>
              <a:gd name="connsiteY9" fmla="*/ 271065 h 436022"/>
              <a:gd name="connsiteX10" fmla="*/ 33021 w 653381"/>
              <a:gd name="connsiteY10" fmla="*/ 163763 h 436022"/>
              <a:gd name="connsiteX11" fmla="*/ 302805 w 653381"/>
              <a:gd name="connsiteY11" fmla="*/ 7703 h 436022"/>
              <a:gd name="connsiteX12" fmla="*/ 362469 w 653381"/>
              <a:gd name="connsiteY12" fmla="*/ 4241 h 436022"/>
            </a:gdLst>
            <a:ahLst/>
            <a:cxnLst/>
            <a:rect l="l" t="t" r="r" b="b"/>
            <a:pathLst>
              <a:path w="653381" h="436022">
                <a:moveTo>
                  <a:pt x="362469" y="4241"/>
                </a:moveTo>
                <a:cubicBezTo>
                  <a:pt x="378628" y="10999"/>
                  <a:pt x="392701" y="27110"/>
                  <a:pt x="396364" y="61368"/>
                </a:cubicBezTo>
                <a:lnTo>
                  <a:pt x="396732" y="137992"/>
                </a:lnTo>
                <a:lnTo>
                  <a:pt x="572317" y="137992"/>
                </a:lnTo>
                <a:cubicBezTo>
                  <a:pt x="617087" y="137992"/>
                  <a:pt x="653381" y="174286"/>
                  <a:pt x="653381" y="219056"/>
                </a:cubicBezTo>
                <a:cubicBezTo>
                  <a:pt x="653381" y="263826"/>
                  <a:pt x="617087" y="300120"/>
                  <a:pt x="572317" y="300120"/>
                </a:cubicBezTo>
                <a:lnTo>
                  <a:pt x="397511" y="300120"/>
                </a:lnTo>
                <a:lnTo>
                  <a:pt x="397862" y="373034"/>
                </a:lnTo>
                <a:cubicBezTo>
                  <a:pt x="397862" y="373034"/>
                  <a:pt x="389002" y="464424"/>
                  <a:pt x="305140" y="427039"/>
                </a:cubicBezTo>
                <a:lnTo>
                  <a:pt x="33218" y="271065"/>
                </a:lnTo>
                <a:cubicBezTo>
                  <a:pt x="33218" y="271065"/>
                  <a:pt x="-41392" y="217550"/>
                  <a:pt x="33021" y="163763"/>
                </a:cubicBezTo>
                <a:lnTo>
                  <a:pt x="302805" y="7703"/>
                </a:lnTo>
                <a:cubicBezTo>
                  <a:pt x="302805" y="7703"/>
                  <a:pt x="335536" y="-7020"/>
                  <a:pt x="362469" y="4241"/>
                </a:cubicBez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52" name="IM 52"/>
          <p:cNvPicPr/>
          <p:nvPr>
            <p:custDataLst>
              <p:tags r:id="rId9"/>
            </p:custDataLst>
          </p:nvPr>
        </p:nvPicPr>
        <p:blipFill>
          <a:blip r:embed="rId12"/>
          <a:stretch>
            <a:fillRect/>
          </a:stretch>
        </p:blipFill>
        <p:spPr>
          <a:xfrm>
            <a:off x="8181975" y="598805"/>
            <a:ext cx="3171825" cy="2703830"/>
          </a:xfrm>
          <a:prstGeom prst="rect">
            <a:avLst/>
          </a:prstGeom>
        </p:spPr>
      </p:pic>
      <p:pic>
        <p:nvPicPr>
          <p:cNvPr id="54" name="IM 54"/>
          <p:cNvPicPr/>
          <p:nvPr>
            <p:custDataLst>
              <p:tags r:id="rId10"/>
            </p:custDataLst>
          </p:nvPr>
        </p:nvPicPr>
        <p:blipFill>
          <a:blip r:embed="rId13"/>
          <a:stretch>
            <a:fillRect/>
          </a:stretch>
        </p:blipFill>
        <p:spPr>
          <a:xfrm>
            <a:off x="8181975" y="3552190"/>
            <a:ext cx="3172460" cy="2651125"/>
          </a:xfrm>
          <a:prstGeom prst="rect">
            <a:avLst/>
          </a:prstGeom>
        </p:spPr>
      </p:pic>
      <p:sp>
        <p:nvSpPr>
          <p:cNvPr id="2" name="文本框 1"/>
          <p:cNvSpPr txBox="1"/>
          <p:nvPr/>
        </p:nvSpPr>
        <p:spPr>
          <a:xfrm>
            <a:off x="8757285" y="6203315"/>
            <a:ext cx="2021840" cy="337185"/>
          </a:xfrm>
          <a:prstGeom prst="rect">
            <a:avLst/>
          </a:prstGeom>
        </p:spPr>
        <p:txBody>
          <a:bodyPr wrap="square">
            <a:spAutoFit/>
          </a:bodyPr>
          <a:lstStyle/>
          <a:p>
            <a:pPr algn="l">
              <a:lnSpc>
                <a:spcPct val="100000"/>
              </a:lnSpc>
            </a:pPr>
            <a:r>
              <a:rPr sz="2400">
                <a:latin typeface="Arial"/>
              </a:rPr>
              <a:t>Image generated by DALL·E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l">
              <a:lnSpc>
                <a:spcPct val="100000"/>
              </a:lnSpc>
            </a:pPr>
            <a:r>
              <a:rPr sz="2400">
                <a:latin typeface="Arial"/>
              </a:rPr>
              <a:t>Thinking and Activities</a:t>
            </a: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99630" y="2221865"/>
            <a:ext cx="4572635" cy="4572635"/>
          </a:xfrm>
          <a:prstGeom prst="rect">
            <a:avLst/>
          </a:prstGeom>
        </p:spPr>
      </p:pic>
      <p:sp>
        <p:nvSpPr>
          <p:cNvPr id="6" name="标题 1"/>
          <p:cNvSpPr txBox="1"/>
          <p:nvPr/>
        </p:nvSpPr>
        <p:spPr>
          <a:xfrm rot="5400000">
            <a:off x="2385695" y="846455"/>
            <a:ext cx="4126865" cy="5814060"/>
          </a:xfrm>
          <a:custGeom>
            <a:avLst/>
            <a:gdLst>
              <a:gd name="connsiteX0" fmla="*/ 0 w 3589020"/>
              <a:gd name="connsiteY0" fmla="*/ 4257435 h 4855617"/>
              <a:gd name="connsiteX1" fmla="*/ 0 w 3589020"/>
              <a:gd name="connsiteY1" fmla="*/ 923709 h 4855617"/>
              <a:gd name="connsiteX2" fmla="*/ 598182 w 3589020"/>
              <a:gd name="connsiteY2" fmla="*/ 325527 h 4855617"/>
              <a:gd name="connsiteX3" fmla="*/ 1554241 w 3589020"/>
              <a:gd name="connsiteY3" fmla="*/ 325527 h 4855617"/>
              <a:gd name="connsiteX4" fmla="*/ 1794510 w 3589020"/>
              <a:gd name="connsiteY4" fmla="*/ 0 h 4855617"/>
              <a:gd name="connsiteX5" fmla="*/ 2034779 w 3589020"/>
              <a:gd name="connsiteY5" fmla="*/ 325527 h 4855617"/>
              <a:gd name="connsiteX6" fmla="*/ 2990838 w 3589020"/>
              <a:gd name="connsiteY6" fmla="*/ 325527 h 4855617"/>
              <a:gd name="connsiteX7" fmla="*/ 3589020 w 3589020"/>
              <a:gd name="connsiteY7" fmla="*/ 923709 h 4855617"/>
              <a:gd name="connsiteX8" fmla="*/ 3589020 w 3589020"/>
              <a:gd name="connsiteY8" fmla="*/ 4257435 h 4855617"/>
              <a:gd name="connsiteX9" fmla="*/ 2990838 w 3589020"/>
              <a:gd name="connsiteY9" fmla="*/ 4855617 h 4855617"/>
              <a:gd name="connsiteX10" fmla="*/ 598182 w 3589020"/>
              <a:gd name="connsiteY10" fmla="*/ 4855617 h 4855617"/>
              <a:gd name="connsiteX11" fmla="*/ 0 w 3589020"/>
              <a:gd name="connsiteY11" fmla="*/ 4257435 h 4855617"/>
            </a:gdLst>
            <a:ahLst/>
            <a:cxnLst/>
            <a:rect l="l" t="t" r="r" b="b"/>
            <a:pathLst>
              <a:path w="3589020" h="4855617">
                <a:moveTo>
                  <a:pt x="0" y="4257435"/>
                </a:moveTo>
                <a:lnTo>
                  <a:pt x="0" y="923709"/>
                </a:lnTo>
                <a:cubicBezTo>
                  <a:pt x="0" y="593342"/>
                  <a:pt x="267815" y="325527"/>
                  <a:pt x="598182" y="325527"/>
                </a:cubicBezTo>
                <a:lnTo>
                  <a:pt x="1554241" y="325527"/>
                </a:lnTo>
                <a:lnTo>
                  <a:pt x="1794510" y="0"/>
                </a:lnTo>
                <a:lnTo>
                  <a:pt x="2034779" y="325527"/>
                </a:lnTo>
                <a:lnTo>
                  <a:pt x="2990838" y="325527"/>
                </a:lnTo>
                <a:cubicBezTo>
                  <a:pt x="3321205" y="325527"/>
                  <a:pt x="3589020" y="593342"/>
                  <a:pt x="3589020" y="923709"/>
                </a:cubicBezTo>
                <a:lnTo>
                  <a:pt x="3589020" y="4257435"/>
                </a:lnTo>
                <a:cubicBezTo>
                  <a:pt x="3589020" y="4587802"/>
                  <a:pt x="3321205" y="4855617"/>
                  <a:pt x="2990838" y="4855617"/>
                </a:cubicBezTo>
                <a:lnTo>
                  <a:pt x="598182" y="4855617"/>
                </a:lnTo>
                <a:cubicBezTo>
                  <a:pt x="267815" y="4855617"/>
                  <a:pt x="0" y="4587802"/>
                  <a:pt x="0" y="4257435"/>
                </a:cubicBez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1039495" y="2185670"/>
            <a:ext cx="5478780" cy="3250565"/>
          </a:xfrm>
          <a:prstGeom prst="roundRect">
            <a:avLst/>
          </a:prstGeom>
          <a:solidFill>
            <a:schemeClr val="bg1"/>
          </a:solidFill>
          <a:ln w="12700" cap="sq">
            <a:noFill/>
            <a:miter/>
          </a:ln>
          <a:effectLst>
            <a:outerShdw blurRad="63500" sx="102000" sy="102000" algn="ctr" rotWithShape="0">
              <a:schemeClr val="accent1">
                <a:lumMod val="50000"/>
                <a:alpha val="2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2" name="内容占位符 11"/>
          <p:cNvSpPr>
            <a:spLocks noGrp="1"/>
          </p:cNvSpPr>
          <p:nvPr>
            <p:ph sz="half" idx="1"/>
          </p:nvPr>
        </p:nvSpPr>
        <p:spPr>
          <a:xfrm>
            <a:off x="1373505" y="2286000"/>
            <a:ext cx="5057775" cy="2940050"/>
          </a:xfrm>
        </p:spPr>
        <p:txBody>
          <a:bodyPr>
            <a:normAutofit fontScale="90000"/>
          </a:bodyPr>
          <a:lstStyle/>
          <a:p>
            <a:pPr algn="l">
              <a:lnSpc>
                <a:spcPct val="100000"/>
              </a:lnSpc>
            </a:pPr>
            <a:r>
              <a:rPr sz="2400">
                <a:latin typeface="Arial"/>
              </a:rPr>
              <a:t>Activity 1: Creating an AI Technology Timeline</a:t>
            </a:r>
          </a:p>
          <a:p>
            <a:pPr algn="l">
              <a:lnSpc>
                <a:spcPct val="100000"/>
              </a:lnSpc>
            </a:pPr>
            <a:r>
              <a:rPr sz="2400">
                <a:latin typeface="Arial"/>
              </a:rPr>
              <a:t>Group Task:</a:t>
            </a:r>
          </a:p>
          <a:p>
            <a:pPr algn="l">
              <a:lnSpc>
                <a:spcPct val="100000"/>
              </a:lnSpc>
            </a:pPr>
            <a:r>
              <a:rPr sz="2400">
                <a:latin typeface="Arial"/>
              </a:rPr>
              <a:t>Use cards to mark key AI events from 1993-2024 (e.g., 1997 Deep Blue, 2012 AlexNet, 2022 ChatGPT).</a:t>
            </a:r>
          </a:p>
          <a:p>
            <a:pPr algn="l">
              <a:lnSpc>
                <a:spcPct val="100000"/>
              </a:lnSpc>
            </a:pPr>
            <a:r>
              <a:rPr sz="2400">
                <a:latin typeface="Arial"/>
              </a:rPr>
              <a:t>Discussion: 'Which events are the result of the combined effects of data, computing power, and algorithms?'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l">
              <a:lnSpc>
                <a:spcPct val="100000"/>
              </a:lnSpc>
            </a:pPr>
            <a:r>
              <a:rPr sz="2400">
                <a:latin typeface="Arial"/>
              </a:rPr>
              <a:t>Thinking and Activities</a:t>
            </a: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19365" y="2053590"/>
            <a:ext cx="4572635" cy="4572635"/>
          </a:xfrm>
          <a:prstGeom prst="rect">
            <a:avLst/>
          </a:prstGeom>
        </p:spPr>
      </p:pic>
      <p:sp>
        <p:nvSpPr>
          <p:cNvPr id="6" name="标题 1"/>
          <p:cNvSpPr txBox="1"/>
          <p:nvPr/>
        </p:nvSpPr>
        <p:spPr>
          <a:xfrm rot="5400000">
            <a:off x="2301875" y="798195"/>
            <a:ext cx="5020310" cy="6539865"/>
          </a:xfrm>
          <a:custGeom>
            <a:avLst/>
            <a:gdLst>
              <a:gd name="connsiteX0" fmla="*/ 0 w 3589020"/>
              <a:gd name="connsiteY0" fmla="*/ 4257435 h 4855617"/>
              <a:gd name="connsiteX1" fmla="*/ 0 w 3589020"/>
              <a:gd name="connsiteY1" fmla="*/ 923709 h 4855617"/>
              <a:gd name="connsiteX2" fmla="*/ 598182 w 3589020"/>
              <a:gd name="connsiteY2" fmla="*/ 325527 h 4855617"/>
              <a:gd name="connsiteX3" fmla="*/ 1554241 w 3589020"/>
              <a:gd name="connsiteY3" fmla="*/ 325527 h 4855617"/>
              <a:gd name="connsiteX4" fmla="*/ 1794510 w 3589020"/>
              <a:gd name="connsiteY4" fmla="*/ 0 h 4855617"/>
              <a:gd name="connsiteX5" fmla="*/ 2034779 w 3589020"/>
              <a:gd name="connsiteY5" fmla="*/ 325527 h 4855617"/>
              <a:gd name="connsiteX6" fmla="*/ 2990838 w 3589020"/>
              <a:gd name="connsiteY6" fmla="*/ 325527 h 4855617"/>
              <a:gd name="connsiteX7" fmla="*/ 3589020 w 3589020"/>
              <a:gd name="connsiteY7" fmla="*/ 923709 h 4855617"/>
              <a:gd name="connsiteX8" fmla="*/ 3589020 w 3589020"/>
              <a:gd name="connsiteY8" fmla="*/ 4257435 h 4855617"/>
              <a:gd name="connsiteX9" fmla="*/ 2990838 w 3589020"/>
              <a:gd name="connsiteY9" fmla="*/ 4855617 h 4855617"/>
              <a:gd name="connsiteX10" fmla="*/ 598182 w 3589020"/>
              <a:gd name="connsiteY10" fmla="*/ 4855617 h 4855617"/>
              <a:gd name="connsiteX11" fmla="*/ 0 w 3589020"/>
              <a:gd name="connsiteY11" fmla="*/ 4257435 h 4855617"/>
            </a:gdLst>
            <a:ahLst/>
            <a:cxnLst/>
            <a:rect l="l" t="t" r="r" b="b"/>
            <a:pathLst>
              <a:path w="3589020" h="4855617">
                <a:moveTo>
                  <a:pt x="0" y="4257435"/>
                </a:moveTo>
                <a:lnTo>
                  <a:pt x="0" y="923709"/>
                </a:lnTo>
                <a:cubicBezTo>
                  <a:pt x="0" y="593342"/>
                  <a:pt x="267815" y="325527"/>
                  <a:pt x="598182" y="325527"/>
                </a:cubicBezTo>
                <a:lnTo>
                  <a:pt x="1554241" y="325527"/>
                </a:lnTo>
                <a:lnTo>
                  <a:pt x="1794510" y="0"/>
                </a:lnTo>
                <a:lnTo>
                  <a:pt x="2034779" y="325527"/>
                </a:lnTo>
                <a:lnTo>
                  <a:pt x="2990838" y="325527"/>
                </a:lnTo>
                <a:cubicBezTo>
                  <a:pt x="3321205" y="325527"/>
                  <a:pt x="3589020" y="593342"/>
                  <a:pt x="3589020" y="923709"/>
                </a:cubicBezTo>
                <a:lnTo>
                  <a:pt x="3589020" y="4257435"/>
                </a:lnTo>
                <a:cubicBezTo>
                  <a:pt x="3589020" y="4587802"/>
                  <a:pt x="3321205" y="4855617"/>
                  <a:pt x="2990838" y="4855617"/>
                </a:cubicBezTo>
                <a:lnTo>
                  <a:pt x="598182" y="4855617"/>
                </a:lnTo>
                <a:cubicBezTo>
                  <a:pt x="267815" y="4855617"/>
                  <a:pt x="0" y="4587802"/>
                  <a:pt x="0" y="4257435"/>
                </a:cubicBez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1039495" y="2053590"/>
            <a:ext cx="6268085" cy="3986530"/>
          </a:xfrm>
          <a:prstGeom prst="roundRect">
            <a:avLst/>
          </a:prstGeom>
          <a:solidFill>
            <a:schemeClr val="bg1"/>
          </a:solidFill>
          <a:ln w="12700" cap="sq">
            <a:noFill/>
            <a:miter/>
          </a:ln>
          <a:effectLst>
            <a:outerShdw blurRad="63500" sx="102000" sy="102000" algn="ctr" rotWithShape="0">
              <a:schemeClr val="accent1">
                <a:lumMod val="50000"/>
                <a:alpha val="2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2" name="内容占位符 11"/>
          <p:cNvSpPr>
            <a:spLocks noGrp="1"/>
          </p:cNvSpPr>
          <p:nvPr>
            <p:ph sz="half" idx="1"/>
          </p:nvPr>
        </p:nvSpPr>
        <p:spPr>
          <a:xfrm>
            <a:off x="1181100" y="2263140"/>
            <a:ext cx="5860415" cy="3705860"/>
          </a:xfrm>
        </p:spPr>
        <p:txBody>
          <a:bodyPr>
            <a:normAutofit fontScale="25000"/>
          </a:bodyPr>
          <a:lstStyle/>
          <a:p>
            <a:pPr algn="l">
              <a:lnSpc>
                <a:spcPct val="100000"/>
              </a:lnSpc>
            </a:pPr>
            <a:r>
              <a:rPr sz="2400">
                <a:latin typeface="Arial"/>
              </a:rPr>
              <a:t>Activity 2: Designing a Generative AI Application</a:t>
            </a:r>
          </a:p>
          <a:p>
            <a:pPr algn="l">
              <a:lnSpc>
                <a:spcPct val="100000"/>
              </a:lnSpc>
            </a:pPr>
            <a:r>
              <a:rPr sz="2400">
                <a:latin typeface="Arial"/>
              </a:rPr>
              <a:t>Task:</a:t>
            </a:r>
          </a:p>
          <a:p>
            <a:pPr algn="l">
              <a:lnSpc>
                <a:spcPct val="100000"/>
              </a:lnSpc>
            </a:pPr>
            <a:r>
              <a:rPr sz="2400">
                <a:latin typeface="Arial"/>
              </a:rPr>
              <a:t>Each group chooses a field (e.g., healthcare, education, environmental protection) and designs a generative AI tool.</a:t>
            </a:r>
          </a:p>
          <a:p>
            <a:pPr algn="l">
              <a:lnSpc>
                <a:spcPct val="100000"/>
              </a:lnSpc>
            </a:pPr>
            <a:r>
              <a:rPr sz="2400">
                <a:latin typeface="Arial"/>
              </a:rPr>
              <a:t>Example: 'AI Eco-Consultant: Input environmental data, generate a protection plan, and create a promotional video.'</a:t>
            </a:r>
          </a:p>
          <a:p>
            <a:pPr algn="l">
              <a:lnSpc>
                <a:spcPct val="100000"/>
              </a:lnSpc>
            </a:pPr>
            <a:r>
              <a:rPr sz="2400">
                <a:latin typeface="Arial"/>
              </a:rPr>
              <a:t>Presentation and Critique:</a:t>
            </a:r>
          </a:p>
          <a:p>
            <a:pPr algn="l">
              <a:lnSpc>
                <a:spcPct val="100000"/>
              </a:lnSpc>
            </a:pPr>
            <a:r>
              <a:rPr sz="2400">
                <a:latin typeface="Arial"/>
              </a:rPr>
              <a:t>Share design ideas, discuss technical feasibility and social value.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a:xfrm>
            <a:off x="581025" y="2228215"/>
            <a:ext cx="10199370" cy="3561715"/>
          </a:xfrm>
        </p:spPr>
        <p:txBody>
          <a:bodyPr>
            <a:normAutofit fontScale="90000"/>
          </a:bodyPr>
          <a:lstStyle/>
          <a:p>
            <a:pPr indent="0" algn="l">
              <a:lnSpc>
                <a:spcPct val="100000"/>
              </a:lnSpc>
              <a:buClr>
                <a:srgbClr val="1F2329"/>
              </a:buClr>
              <a:buFont typeface="Wingdings" panose="05000000000000000000" pitchFamily="2" charset="2"/>
              <a:buNone/>
            </a:pPr>
            <a:r>
              <a:rPr sz="2400">
                <a:latin typeface="Arial"/>
              </a:rPr>
              <a:t>Artificial intelligence technology has developed rapidly over the past decade, and this progress can be attributed to three main factors:</a:t>
            </a:r>
          </a:p>
          <a:p>
            <a:pPr marL="648970" indent="-342900" algn="l">
              <a:lnSpc>
                <a:spcPct val="100000"/>
              </a:lnSpc>
              <a:buClr>
                <a:srgbClr val="1F2329"/>
              </a:buClr>
              <a:buFont typeface="Wingdings" panose="05000000000000000000" pitchFamily="2" charset="2"/>
              <a:buChar char="p"/>
            </a:pPr>
            <a:r>
              <a:rPr sz="2400">
                <a:latin typeface="Arial"/>
              </a:rPr>
              <a:t>The accumulation of massive amounts of data;</a:t>
            </a:r>
          </a:p>
          <a:p>
            <a:pPr marL="648970" indent="-342900" algn="l">
              <a:lnSpc>
                <a:spcPct val="100000"/>
              </a:lnSpc>
              <a:buClr>
                <a:srgbClr val="1F2329"/>
              </a:buClr>
              <a:buFont typeface="Wingdings" panose="05000000000000000000" pitchFamily="2" charset="2"/>
              <a:buChar char="p"/>
            </a:pPr>
            <a:r>
              <a:rPr sz="2400">
                <a:latin typeface="Arial"/>
              </a:rPr>
              <a:t>Powerful computing capabilities;</a:t>
            </a:r>
          </a:p>
          <a:p>
            <a:pPr marL="648970" indent="-342900" algn="l">
              <a:lnSpc>
                <a:spcPct val="100000"/>
              </a:lnSpc>
              <a:buClr>
                <a:srgbClr val="1F2329"/>
              </a:buClr>
              <a:buFont typeface="Wingdings" panose="05000000000000000000" pitchFamily="2" charset="2"/>
              <a:buChar char="p"/>
            </a:pPr>
            <a:r>
              <a:rPr sz="2400">
                <a:latin typeface="Arial"/>
              </a:rPr>
              <a:t>Deep learning algorithms.</a:t>
            </a:r>
          </a:p>
          <a:p>
            <a:pPr indent="0" algn="l">
              <a:lnSpc>
                <a:spcPct val="100000"/>
              </a:lnSpc>
              <a:buClr>
                <a:srgbClr val="1F2329"/>
              </a:buClr>
              <a:buFont typeface="Wingdings" panose="05000000000000000000" pitchFamily="2" charset="2"/>
              <a:buNone/>
            </a:pPr>
            <a:r>
              <a:rPr sz="2400">
                <a:latin typeface="Arial"/>
              </a:rPr>
              <a:t>These three factors have jointly driven the current artificial intelligence revolution. In the future, artificial intelligence, in the form of general intelligent agents, will gradually permeate all aspects of our lives and bring profound changes to many fields.</a:t>
            </a:r>
            <a:endParaRPr kumimoji="1" lang="en-US" altLang="zh-CN" dirty="0">
              <a:ln w="12700">
                <a:noFill/>
              </a:ln>
              <a:solidFill>
                <a:srgbClr val="FF0000">
                  <a:alpha val="100000"/>
                </a:srgbClr>
              </a:solidFill>
              <a:latin typeface="Source Han Sans CN Bold"/>
              <a:ea typeface="Source Han Sans CN Bold"/>
              <a:cs typeface="Source Han Sans CN Bold"/>
              <a:sym typeface="+mn-ea"/>
            </a:endParaRPr>
          </a:p>
        </p:txBody>
      </p:sp>
      <p:sp>
        <p:nvSpPr>
          <p:cNvPr id="4" name="标题 3"/>
          <p:cNvSpPr>
            <a:spLocks noGrp="1"/>
          </p:cNvSpPr>
          <p:nvPr>
            <p:ph type="title"/>
          </p:nvPr>
        </p:nvSpPr>
        <p:spPr/>
        <p:txBody>
          <a:bodyPr/>
          <a:lstStyle/>
          <a:p>
            <a:pPr algn="l">
              <a:lnSpc>
                <a:spcPct val="100000"/>
              </a:lnSpc>
            </a:pPr>
            <a:r>
              <a:rPr sz="2400">
                <a:latin typeface="Arial"/>
              </a:rPr>
              <a:t>Course Summary</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a:xfrm>
            <a:off x="581025" y="2228215"/>
            <a:ext cx="10772775" cy="1647825"/>
          </a:xfrm>
        </p:spPr>
        <p:txBody>
          <a:bodyPr>
            <a:normAutofit/>
          </a:bodyPr>
          <a:lstStyle/>
          <a:p>
            <a:pPr algn="l">
              <a:lnSpc>
                <a:spcPct val="100000"/>
              </a:lnSpc>
            </a:pPr>
            <a:r>
              <a:rPr sz="2400">
                <a:latin typeface="Arial"/>
              </a:rPr>
              <a:t>Write a short essay analyzing the impact and challenges of AI on a specific profession (e.g., teacher, doctor, artist).</a:t>
            </a:r>
          </a:p>
          <a:p>
            <a:pPr algn="l">
              <a:lnSpc>
                <a:spcPct val="100000"/>
              </a:lnSpc>
            </a:pPr>
            <a:r>
              <a:rPr sz="2400">
                <a:latin typeface="Arial"/>
              </a:rPr>
              <a:t>Think: If AI could predict natural disasters or cure cancer, what would the world be like? What preparations do we need to make?</a:t>
            </a:r>
          </a:p>
        </p:txBody>
      </p:sp>
      <p:sp>
        <p:nvSpPr>
          <p:cNvPr id="4" name="标题 3"/>
          <p:cNvSpPr>
            <a:spLocks noGrp="1"/>
          </p:cNvSpPr>
          <p:nvPr>
            <p:ph type="title"/>
          </p:nvPr>
        </p:nvSpPr>
        <p:spPr/>
        <p:txBody>
          <a:bodyPr/>
          <a:lstStyle/>
          <a:p>
            <a:pPr algn="l">
              <a:lnSpc>
                <a:spcPct val="100000"/>
              </a:lnSpc>
            </a:pPr>
            <a:r>
              <a:rPr sz="2400">
                <a:latin typeface="Arial"/>
              </a:rPr>
              <a:t>Homework</a:t>
            </a:r>
          </a:p>
        </p:txBody>
      </p:sp>
      <p:pic>
        <p:nvPicPr>
          <p:cNvPr id="3" name="IM 20"/>
          <p:cNvPicPr/>
          <p:nvPr>
            <p:custDataLst>
              <p:tags r:id="rId1"/>
            </p:custDataLst>
          </p:nvPr>
        </p:nvPicPr>
        <p:blipFill>
          <a:blip r:embed="rId5"/>
          <a:stretch>
            <a:fillRect/>
          </a:stretch>
        </p:blipFill>
        <p:spPr>
          <a:xfrm>
            <a:off x="1238250" y="3954145"/>
            <a:ext cx="2924810" cy="2168525"/>
          </a:xfrm>
          <a:prstGeom prst="rect">
            <a:avLst/>
          </a:prstGeom>
        </p:spPr>
      </p:pic>
      <p:pic>
        <p:nvPicPr>
          <p:cNvPr id="24" name="IM 24"/>
          <p:cNvPicPr/>
          <p:nvPr>
            <p:custDataLst>
              <p:tags r:id="rId2"/>
            </p:custDataLst>
          </p:nvPr>
        </p:nvPicPr>
        <p:blipFill>
          <a:blip r:embed="rId6"/>
          <a:stretch>
            <a:fillRect/>
          </a:stretch>
        </p:blipFill>
        <p:spPr>
          <a:xfrm>
            <a:off x="4278630" y="3954145"/>
            <a:ext cx="3649980" cy="2168525"/>
          </a:xfrm>
          <a:prstGeom prst="rect">
            <a:avLst/>
          </a:prstGeom>
        </p:spPr>
      </p:pic>
      <p:pic>
        <p:nvPicPr>
          <p:cNvPr id="38" name="IM 38"/>
          <p:cNvPicPr/>
          <p:nvPr>
            <p:custDataLst>
              <p:tags r:id="rId3"/>
            </p:custDataLst>
          </p:nvPr>
        </p:nvPicPr>
        <p:blipFill>
          <a:blip r:embed="rId7"/>
          <a:stretch>
            <a:fillRect/>
          </a:stretch>
        </p:blipFill>
        <p:spPr>
          <a:xfrm>
            <a:off x="8046720" y="3954145"/>
            <a:ext cx="3463290" cy="2168525"/>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Dc1NjFhMjNjZTNmM2FjYWUzYmU1NDk2NDc0OGE0ZmYifQ=="/>
</p:tagLst>
</file>

<file path=ppt/tags/tag2.xml><?xml version="1.0" encoding="utf-8"?>
<p:tagLst xmlns:a="http://schemas.openxmlformats.org/drawingml/2006/main" xmlns:r="http://schemas.openxmlformats.org/officeDocument/2006/relationships" xmlns:p="http://schemas.openxmlformats.org/presentationml/2006/main">
  <p:tag name="KSO_WM_UNIT_TYPE" val="f"/>
  <p:tag name="KSO_WM_UNIT_SUBTYPE" val="g"/>
  <p:tag name="KSO_WM_UNIT_INDEX" val="2"/>
  <p:tag name="KSO_WM_BEAUTIFY_FLAG" val="#wm#"/>
  <p:tag name="KSO_WM_TAG_VERSION" val="3.0"/>
  <p:tag name="KSO_WM_UNIT_ID" val="custom20235973_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73"/>
  <p:tag name="KSO_WM_TEMPLATE_CATEGORY" val="custom"/>
  <p:tag name="KSO_WM_UNIT_VALUE" val="30"/>
  <p:tag name="KSO_WM_UNIT_PRESET_TEXT" val="金山办公软件有限公司"/>
</p:tagLst>
</file>

<file path=ppt/tags/tag3.xml><?xml version="1.0" encoding="utf-8"?>
<p:tagLst xmlns:a="http://schemas.openxmlformats.org/drawingml/2006/main" xmlns:r="http://schemas.openxmlformats.org/officeDocument/2006/relationships" xmlns:p="http://schemas.openxmlformats.org/presentationml/2006/main">
  <p:tag name="KSO_WM_UNIT_TYPE" val="f"/>
  <p:tag name="KSO_WM_UNIT_SUBTYPE" val="g"/>
  <p:tag name="KSO_WM_UNIT_INDEX" val="2"/>
  <p:tag name="KSO_WM_BEAUTIFY_FLAG" val="#wm#"/>
  <p:tag name="KSO_WM_TAG_VERSION" val="3.0"/>
  <p:tag name="KSO_WM_UNIT_ID" val="custom20235973_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73"/>
  <p:tag name="KSO_WM_TEMPLATE_CATEGORY" val="custom"/>
  <p:tag name="KSO_WM_UNIT_VALUE" val="30"/>
  <p:tag name="KSO_WM_UNIT_PRESET_TEXT" val="金山办公软件有限公司"/>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11.67606299212602,&quot;left&quot;:158.33417322834646,&quot;top&quot;:278.2158267716535,&quot;width&quot;:642.3555118110236}"/>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11.67606299212602,&quot;left&quot;:158.33417322834646,&quot;top&quot;:278.2158267716535,&quot;width&quot;:642.3555118110236}"/>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11.67606299212602,&quot;left&quot;:158.33417322834646,&quot;top&quot;:278.2158267716535,&quot;width&quot;:642.3555118110236}"/>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11.67606299212602,&quot;left&quot;:158.33417322834646,&quot;top&quot;:278.2158267716535,&quot;width&quot;:642.3555118110236}"/>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清华简约">
  <a:themeElements>
    <a:clrScheme name="清华紫主题">
      <a:dk1>
        <a:srgbClr val="000000"/>
      </a:dk1>
      <a:lt1>
        <a:srgbClr val="FFFFFF"/>
      </a:lt1>
      <a:dk2>
        <a:srgbClr val="3D3D3D"/>
      </a:dk2>
      <a:lt2>
        <a:srgbClr val="EBEBEB"/>
      </a:lt2>
      <a:accent1>
        <a:srgbClr val="660874"/>
      </a:accent1>
      <a:accent2>
        <a:srgbClr val="660874"/>
      </a:accent2>
      <a:accent3>
        <a:srgbClr val="E6C46D"/>
      </a:accent3>
      <a:accent4>
        <a:srgbClr val="969FA7"/>
      </a:accent4>
      <a:accent5>
        <a:srgbClr val="A9C37C"/>
      </a:accent5>
      <a:accent6>
        <a:srgbClr val="5A8071"/>
      </a:accent6>
      <a:hlink>
        <a:srgbClr val="007698"/>
      </a:hlink>
      <a:folHlink>
        <a:srgbClr val="43064C"/>
      </a:folHlink>
    </a:clrScheme>
    <a:fontScheme name="红利">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红利">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清华简约">
  <a:themeElements>
    <a:clrScheme name="清华紫主题">
      <a:dk1>
        <a:srgbClr val="000000"/>
      </a:dk1>
      <a:lt1>
        <a:srgbClr val="FFFFFF"/>
      </a:lt1>
      <a:dk2>
        <a:srgbClr val="3D3D3D"/>
      </a:dk2>
      <a:lt2>
        <a:srgbClr val="EBEBEB"/>
      </a:lt2>
      <a:accent1>
        <a:srgbClr val="660874"/>
      </a:accent1>
      <a:accent2>
        <a:srgbClr val="660874"/>
      </a:accent2>
      <a:accent3>
        <a:srgbClr val="E6C46D"/>
      </a:accent3>
      <a:accent4>
        <a:srgbClr val="969FA7"/>
      </a:accent4>
      <a:accent5>
        <a:srgbClr val="A9C37C"/>
      </a:accent5>
      <a:accent6>
        <a:srgbClr val="5A8071"/>
      </a:accent6>
      <a:hlink>
        <a:srgbClr val="007698"/>
      </a:hlink>
      <a:folHlink>
        <a:srgbClr val="43064C"/>
      </a:folHlink>
    </a:clrScheme>
    <a:fontScheme name="红利">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红利">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清华简约主题-扁平-16:9">
  <a:themeElements>
    <a:clrScheme name="清华紫主题">
      <a:dk1>
        <a:srgbClr val="000000"/>
      </a:dk1>
      <a:lt1>
        <a:srgbClr val="FFFFFF"/>
      </a:lt1>
      <a:dk2>
        <a:srgbClr val="3D3D3D"/>
      </a:dk2>
      <a:lt2>
        <a:srgbClr val="EBEBEB"/>
      </a:lt2>
      <a:accent1>
        <a:srgbClr val="660874"/>
      </a:accent1>
      <a:accent2>
        <a:srgbClr val="660874"/>
      </a:accent2>
      <a:accent3>
        <a:srgbClr val="E6C46D"/>
      </a:accent3>
      <a:accent4>
        <a:srgbClr val="969FA7"/>
      </a:accent4>
      <a:accent5>
        <a:srgbClr val="A9C37C"/>
      </a:accent5>
      <a:accent6>
        <a:srgbClr val="5A8071"/>
      </a:accent6>
      <a:hlink>
        <a:srgbClr val="007698"/>
      </a:hlink>
      <a:folHlink>
        <a:srgbClr val="43064C"/>
      </a:folHlink>
    </a:clrScheme>
    <a:fontScheme name="红利">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红利">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清华简约主题-扁平-16:9">
  <a:themeElements>
    <a:clrScheme name="清华紫主题">
      <a:dk1>
        <a:srgbClr val="000000"/>
      </a:dk1>
      <a:lt1>
        <a:srgbClr val="FFFFFF"/>
      </a:lt1>
      <a:dk2>
        <a:srgbClr val="3D3D3D"/>
      </a:dk2>
      <a:lt2>
        <a:srgbClr val="EBEBEB"/>
      </a:lt2>
      <a:accent1>
        <a:srgbClr val="660874"/>
      </a:accent1>
      <a:accent2>
        <a:srgbClr val="660874"/>
      </a:accent2>
      <a:accent3>
        <a:srgbClr val="E6C46D"/>
      </a:accent3>
      <a:accent4>
        <a:srgbClr val="969FA7"/>
      </a:accent4>
      <a:accent5>
        <a:srgbClr val="A9C37C"/>
      </a:accent5>
      <a:accent6>
        <a:srgbClr val="5A8071"/>
      </a:accent6>
      <a:hlink>
        <a:srgbClr val="007698"/>
      </a:hlink>
      <a:folHlink>
        <a:srgbClr val="43064C"/>
      </a:folHlink>
    </a:clrScheme>
    <a:fontScheme name="红利">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红利">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清华简约主题-扁平-16:9">
  <a:themeElements>
    <a:clrScheme name="清华紫主题">
      <a:dk1>
        <a:srgbClr val="000000"/>
      </a:dk1>
      <a:lt1>
        <a:srgbClr val="FFFFFF"/>
      </a:lt1>
      <a:dk2>
        <a:srgbClr val="3D3D3D"/>
      </a:dk2>
      <a:lt2>
        <a:srgbClr val="EBEBEB"/>
      </a:lt2>
      <a:accent1>
        <a:srgbClr val="660874"/>
      </a:accent1>
      <a:accent2>
        <a:srgbClr val="660874"/>
      </a:accent2>
      <a:accent3>
        <a:srgbClr val="E6C46D"/>
      </a:accent3>
      <a:accent4>
        <a:srgbClr val="969FA7"/>
      </a:accent4>
      <a:accent5>
        <a:srgbClr val="A9C37C"/>
      </a:accent5>
      <a:accent6>
        <a:srgbClr val="5A8071"/>
      </a:accent6>
      <a:hlink>
        <a:srgbClr val="007698"/>
      </a:hlink>
      <a:folHlink>
        <a:srgbClr val="43064C"/>
      </a:folHlink>
    </a:clrScheme>
    <a:fontScheme name="红利">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红利">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清华简约</Template>
  <TotalTime>0</TotalTime>
  <Words>1715</Words>
  <Application>Microsoft Macintosh PowerPoint</Application>
  <PresentationFormat>Widescreen</PresentationFormat>
  <Paragraphs>98</Paragraphs>
  <Slides>22</Slides>
  <Notes>1</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22</vt:i4>
      </vt:variant>
    </vt:vector>
  </HeadingPairs>
  <TitlesOfParts>
    <vt:vector size="35" baseType="lpstr">
      <vt:lpstr>等线</vt:lpstr>
      <vt:lpstr>微软雅黑</vt:lpstr>
      <vt:lpstr>Noto Sans SC</vt:lpstr>
      <vt:lpstr>OPPOSans H</vt:lpstr>
      <vt:lpstr>Source Han Sans CN Bold</vt:lpstr>
      <vt:lpstr>Gill Sans MT</vt:lpstr>
      <vt:lpstr>Wingdings</vt:lpstr>
      <vt:lpstr>Wingdings 2</vt:lpstr>
      <vt:lpstr>清华简约</vt:lpstr>
      <vt:lpstr>1_清华简约</vt:lpstr>
      <vt:lpstr>清华简约主题-扁平-16:9</vt:lpstr>
      <vt:lpstr>1_清华简约主题-扁平-16:9</vt:lpstr>
      <vt:lpstr>2_清华简约主题-扁平-16:9</vt:lpstr>
      <vt:lpstr>第一章：人工智能概述</vt:lpstr>
      <vt:lpstr>第八节：人工智能发展史（2）</vt:lpstr>
      <vt:lpstr>PowerPoint Presentation</vt:lpstr>
      <vt:lpstr>目录</vt:lpstr>
      <vt:lpstr>情境创设</vt:lpstr>
      <vt:lpstr>务实与复苏（1993-2011）</vt:lpstr>
      <vt:lpstr>PowerPoint Presentation</vt:lpstr>
      <vt:lpstr>务实与复苏（1993-2011）</vt:lpstr>
      <vt:lpstr>务实与复苏（1993-2011）</vt:lpstr>
      <vt:lpstr>务实与复苏（1993-2011）</vt:lpstr>
      <vt:lpstr>深度学习时代（2011-2020）</vt:lpstr>
      <vt:lpstr>深度学习时代（2011-2020）</vt:lpstr>
      <vt:lpstr>深度学习时代（2011-2020）</vt:lpstr>
      <vt:lpstr>深度学习时代（2011-2020）</vt:lpstr>
      <vt:lpstr>深度学习时代（2011-2020）</vt:lpstr>
      <vt:lpstr>大模型时代（2020－今）</vt:lpstr>
      <vt:lpstr>大模型时代（2020－今）</vt:lpstr>
      <vt:lpstr>大模型时代（2020－今）</vt:lpstr>
      <vt:lpstr>思考与活动</vt:lpstr>
      <vt:lpstr>思考与活动</vt:lpstr>
      <vt:lpstr>课程总结</vt:lpstr>
      <vt:lpstr>课后作业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第一节：智能机器的梦想</dc:title>
  <dc:creator>wangd</dc:creator>
  <cp:lastModifiedBy>Yuqing Long</cp:lastModifiedBy>
  <cp:revision>33</cp:revision>
  <dcterms:created xsi:type="dcterms:W3CDTF">2025-01-25T10:29:00Z</dcterms:created>
  <dcterms:modified xsi:type="dcterms:W3CDTF">2025-11-29T06:01:07Z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088E8478E49E479190E246C75FDF5DB6_12</vt:lpwstr>
  </property>
  <property fmtid="{D5CDD505-2E9C-101B-9397-08002B2CF9AE}" pid="3" name="KSOProductBuildVer">
    <vt:lpwstr>2052-12.1.0.19770</vt:lpwstr>
  </property>
</Properties>
</file>